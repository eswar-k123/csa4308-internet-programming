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9376D"/>
                </a:solidFill>
              </a:defRPr>
            </a:pPr>
            <a:r>
              <a:t>GET vs POST Method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29000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B74BD"/>
                </a:solidFill>
              </a:defRPr>
            </a:pPr>
            <a:r>
              <a:rPr dirty="0"/>
              <a:t>HTTP Methods Used in Form Submission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90AFD-EEBD-75EF-328A-D06A416085A8}"/>
              </a:ext>
            </a:extLst>
          </p:cNvPr>
          <p:cNvSpPr txBox="1"/>
          <p:nvPr/>
        </p:nvSpPr>
        <p:spPr>
          <a:xfrm>
            <a:off x="7105836" y="4579487"/>
            <a:ext cx="4611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/>
            </a:pPr>
            <a:r>
              <a:rPr dirty="0"/>
              <a:t>Name: K Eswar</a:t>
            </a:r>
            <a:endParaRPr lang="en-US" dirty="0"/>
          </a:p>
          <a:p>
            <a:pPr>
              <a:defRPr sz="2000"/>
            </a:pPr>
            <a:r>
              <a:rPr lang="en-IN" dirty="0"/>
              <a:t>Reg no: 192411176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491728-8A46-68E8-FB3A-6FB1D3305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54" y="179644"/>
            <a:ext cx="10118930" cy="1095375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1763" y="1660669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6D"/>
                </a:solidFill>
              </a:defRPr>
            </a:pPr>
            <a:r>
              <a:rPr dirty="0"/>
              <a:t>1.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820383"/>
            <a:ext cx="10789920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Understand the purpose of HTTP GET and POST methods.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Explain how form data is transmitted using GET and POST.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Compare URL visibility, size limitations, security, and caching.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Identify suitable real-world scenarios for each method.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Choose the appropriate method when submitting HTML forms to a servlet.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EF5904-C888-0607-A36A-F6453112F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54" y="179644"/>
            <a:ext cx="9666646" cy="1095375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4111" y="1859049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6D"/>
                </a:solidFill>
              </a:defRPr>
            </a:pPr>
            <a:r>
              <a:rPr dirty="0"/>
              <a:t>2. GET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13674"/>
            <a:ext cx="10789920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GET requests retrieve data or resources from a server.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Form data is appended to the URL as a query string.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Example: /</a:t>
            </a:r>
            <a:r>
              <a:rPr dirty="0" err="1"/>
              <a:t>search?keyword</a:t>
            </a:r>
            <a:r>
              <a:rPr dirty="0"/>
              <a:t>=</a:t>
            </a:r>
            <a:r>
              <a:rPr dirty="0" err="1"/>
              <a:t>java&amp;year</a:t>
            </a:r>
            <a:r>
              <a:rPr dirty="0"/>
              <a:t>=2026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Data is visible in the browser address bar and may appear in browser history.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Best suited for search, filtering, navigation, and other read-only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74F30D-0ABF-8EA4-9595-CDB5251E3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53" y="179644"/>
            <a:ext cx="9381511" cy="1095375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5957" y="15795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6D"/>
                </a:solidFill>
              </a:defRPr>
            </a:pPr>
            <a:r>
              <a:rPr dirty="0"/>
              <a:t>3. POST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18706"/>
            <a:ext cx="10789920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POST requests send data to the server in the HTTP request body.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The submitted values do not normally appear in the URL.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Suitable for creating or modifying server-side data.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Common examples include registration, login submission, file upload, and checkout forms.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32323"/>
                </a:solidFill>
              </a:defRPr>
            </a:pPr>
            <a:r>
              <a:rPr dirty="0"/>
              <a:t>POST is not automatically encrypted; HTTPS is required to protect data in transit.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AF1DFB-1016-75AC-A8D9-AFCBC7783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53" y="179644"/>
            <a:ext cx="9538827" cy="1095375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42617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6D"/>
                </a:solidFill>
              </a:defRPr>
            </a:pPr>
            <a:r>
              <a:rPr dirty="0"/>
              <a:t>4. Form Submission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560320"/>
            <a:ext cx="1600200" cy="914400"/>
          </a:xfrm>
          <a:prstGeom prst="roundRect">
            <a:avLst/>
          </a:prstGeom>
          <a:solidFill>
            <a:srgbClr val="EBF3FB"/>
          </a:solidFill>
          <a:ln>
            <a:solidFill>
              <a:srgbClr val="2B7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376D"/>
                </a:solidFill>
              </a:defRPr>
            </a:pPr>
            <a:r>
              <a:t>HTML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560320"/>
            <a:ext cx="1600200" cy="914400"/>
          </a:xfrm>
          <a:prstGeom prst="roundRect">
            <a:avLst/>
          </a:prstGeom>
          <a:solidFill>
            <a:srgbClr val="EBF3FB"/>
          </a:solidFill>
          <a:ln>
            <a:solidFill>
              <a:srgbClr val="2B7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376D"/>
                </a:solidFill>
              </a:defRPr>
            </a:pPr>
            <a:r>
              <a:t>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560320"/>
            <a:ext cx="1600200" cy="914400"/>
          </a:xfrm>
          <a:prstGeom prst="roundRect">
            <a:avLst/>
          </a:prstGeom>
          <a:solidFill>
            <a:srgbClr val="EBF3FB"/>
          </a:solidFill>
          <a:ln>
            <a:solidFill>
              <a:srgbClr val="2B7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376D"/>
                </a:solidFill>
              </a:defRPr>
            </a:pPr>
            <a:r>
              <a:t>Web Container / Servlet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560320"/>
            <a:ext cx="1600200" cy="914400"/>
          </a:xfrm>
          <a:prstGeom prst="roundRect">
            <a:avLst/>
          </a:prstGeom>
          <a:solidFill>
            <a:srgbClr val="EBF3FB"/>
          </a:solidFill>
          <a:ln>
            <a:solidFill>
              <a:srgbClr val="2B7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376D"/>
                </a:solidFill>
              </a:defRPr>
            </a:pPr>
            <a:r>
              <a:t>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2560320"/>
            <a:ext cx="1600200" cy="914400"/>
          </a:xfrm>
          <a:prstGeom prst="roundRect">
            <a:avLst/>
          </a:prstGeom>
          <a:solidFill>
            <a:srgbClr val="EBF3FB"/>
          </a:solidFill>
          <a:ln>
            <a:solidFill>
              <a:srgbClr val="2B7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376D"/>
                </a:solidFill>
              </a:defRPr>
            </a:pPr>
            <a:r>
              <a:t>User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3017520"/>
            <a:ext cx="502920" cy="0"/>
          </a:xfrm>
          <a:prstGeom prst="line">
            <a:avLst/>
          </a:prstGeom>
          <a:ln>
            <a:solidFill>
              <a:srgbClr val="2B7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43400" y="3017520"/>
            <a:ext cx="685800" cy="0"/>
          </a:xfrm>
          <a:prstGeom prst="line">
            <a:avLst/>
          </a:prstGeom>
          <a:ln>
            <a:solidFill>
              <a:srgbClr val="2B7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29400" y="3017520"/>
            <a:ext cx="1600200" cy="0"/>
          </a:xfrm>
          <a:prstGeom prst="line">
            <a:avLst/>
          </a:prstGeom>
          <a:ln>
            <a:solidFill>
              <a:srgbClr val="2B7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29800" y="3017520"/>
            <a:ext cx="320040" cy="0"/>
          </a:xfrm>
          <a:prstGeom prst="line">
            <a:avLst/>
          </a:prstGeom>
          <a:ln>
            <a:solidFill>
              <a:srgbClr val="2B7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85900" y="5403317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376D"/>
                </a:solidFill>
              </a:defRPr>
            </a:pPr>
            <a:r>
              <a:rPr dirty="0"/>
              <a:t>GET: form data → URL → server</a:t>
            </a:r>
          </a:p>
          <a:p>
            <a:pPr algn="ctr">
              <a:defRPr sz="2000" b="1">
                <a:solidFill>
                  <a:srgbClr val="2B74BD"/>
                </a:solidFill>
              </a:defRPr>
            </a:pPr>
            <a:r>
              <a:rPr dirty="0"/>
              <a:t>POST: form data → request body →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2839983-B281-BCFD-5C2A-6205C52FB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53" y="179644"/>
            <a:ext cx="9538827" cy="1095375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When to Use GET and POST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/>
            </a:pPr>
            <a:r>
              <a:t>GET – Use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389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/>
            </a:pPr>
            <a:r>
              <a:t>• Search</a:t>
            </a:r>
            <a:br/>
            <a:r>
              <a:t>• View pages</a:t>
            </a:r>
            <a:br/>
            <a:r>
              <a:t>• Filter products</a:t>
            </a:r>
            <a:br/>
            <a:r>
              <a:t>• Share a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14173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/>
            </a:pPr>
            <a:r>
              <a:t>POST – Use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920240"/>
            <a:ext cx="4389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/>
            </a:pPr>
            <a:r>
              <a:t>• Login</a:t>
            </a:r>
            <a:br/>
            <a:r>
              <a:t>• Registration</a:t>
            </a:r>
            <a:br/>
            <a:r>
              <a:t>• File upload</a:t>
            </a:r>
            <a:br/>
            <a:r>
              <a:t>• Save or update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2519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Easy rule: GET = read  |  POST = submit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5345" y="2943255"/>
            <a:ext cx="32489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 sz="48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ESWAR</dc:creator>
  <cp:lastModifiedBy>shaik basheer</cp:lastModifiedBy>
  <cp:revision>1</cp:revision>
  <dcterms:modified xsi:type="dcterms:W3CDTF">2026-08-12T04:11:04Z</dcterms:modified>
</cp:coreProperties>
</file>