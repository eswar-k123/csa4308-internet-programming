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67" r:id="rId5"/>
    <p:sldId id="259" r:id="rId6"/>
    <p:sldId id="279" r:id="rId7"/>
    <p:sldId id="269" r:id="rId8"/>
    <p:sldId id="268" r:id="rId9"/>
    <p:sldId id="270" r:id="rId10"/>
    <p:sldId id="260" r:id="rId11"/>
    <p:sldId id="274" r:id="rId12"/>
    <p:sldId id="261" r:id="rId13"/>
    <p:sldId id="275" r:id="rId14"/>
    <p:sldId id="262" r:id="rId15"/>
    <p:sldId id="276" r:id="rId16"/>
    <p:sldId id="263" r:id="rId17"/>
    <p:sldId id="277" r:id="rId18"/>
    <p:sldId id="264" r:id="rId19"/>
    <p:sldId id="278" r:id="rId20"/>
    <p:sldId id="271" r:id="rId21"/>
    <p:sldId id="272" r:id="rId22"/>
    <p:sldId id="273" r:id="rId23"/>
    <p:sldId id="265" r:id="rId24"/>
    <p:sldId id="26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F05A9F-014B-4015-8A8E-1D7A513F2C21}" v="4" dt="2026-08-25T15:38:55.6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gnesh Chanda" userId="aa19014dbbb21f55" providerId="LiveId" clId="{D38BA503-FEE0-4692-92DE-B595A81F37C4}"/>
    <pc:docChg chg="undo custSel addSld delSld modSld sldOrd">
      <pc:chgData name="Jignesh Chanda" userId="aa19014dbbb21f55" providerId="LiveId" clId="{D38BA503-FEE0-4692-92DE-B595A81F37C4}" dt="2026-08-26T03:51:26.500" v="255" actId="20577"/>
      <pc:docMkLst>
        <pc:docMk/>
      </pc:docMkLst>
      <pc:sldChg chg="modSp mod">
        <pc:chgData name="Jignesh Chanda" userId="aa19014dbbb21f55" providerId="LiveId" clId="{D38BA503-FEE0-4692-92DE-B595A81F37C4}" dt="2026-08-26T03:51:26.500" v="255" actId="20577"/>
        <pc:sldMkLst>
          <pc:docMk/>
          <pc:sldMk cId="415441682" sldId="256"/>
        </pc:sldMkLst>
        <pc:spChg chg="mod">
          <ac:chgData name="Jignesh Chanda" userId="aa19014dbbb21f55" providerId="LiveId" clId="{D38BA503-FEE0-4692-92DE-B595A81F37C4}" dt="2026-08-03T03:53:32.972" v="35" actId="1076"/>
          <ac:spMkLst>
            <pc:docMk/>
            <pc:sldMk cId="415441682" sldId="256"/>
            <ac:spMk id="14" creationId="{0C308F65-9DAE-9344-2F72-9A91B541D9BB}"/>
          </ac:spMkLst>
        </pc:spChg>
        <pc:spChg chg="mod">
          <ac:chgData name="Jignesh Chanda" userId="aa19014dbbb21f55" providerId="LiveId" clId="{D38BA503-FEE0-4692-92DE-B595A81F37C4}" dt="2026-08-26T03:51:26.500" v="255" actId="20577"/>
          <ac:spMkLst>
            <pc:docMk/>
            <pc:sldMk cId="415441682" sldId="256"/>
            <ac:spMk id="16" creationId="{0B342A23-9004-2C97-4AC0-45719968C3CB}"/>
          </ac:spMkLst>
        </pc:spChg>
      </pc:sldChg>
      <pc:sldChg chg="modSp mod ord">
        <pc:chgData name="Jignesh Chanda" userId="aa19014dbbb21f55" providerId="LiveId" clId="{D38BA503-FEE0-4692-92DE-B595A81F37C4}" dt="2026-08-26T02:50:23.138" v="229" actId="1076"/>
        <pc:sldMkLst>
          <pc:docMk/>
          <pc:sldMk cId="2361861745" sldId="258"/>
        </pc:sldMkLst>
        <pc:spChg chg="mod">
          <ac:chgData name="Jignesh Chanda" userId="aa19014dbbb21f55" providerId="LiveId" clId="{D38BA503-FEE0-4692-92DE-B595A81F37C4}" dt="2026-08-26T02:50:23.138" v="229" actId="1076"/>
          <ac:spMkLst>
            <pc:docMk/>
            <pc:sldMk cId="2361861745" sldId="258"/>
            <ac:spMk id="7" creationId="{C6190CEB-A78D-37B0-E1E9-1E086EE88BD7}"/>
          </ac:spMkLst>
        </pc:spChg>
      </pc:sldChg>
      <pc:sldChg chg="modSp mod">
        <pc:chgData name="Jignesh Chanda" userId="aa19014dbbb21f55" providerId="LiveId" clId="{D38BA503-FEE0-4692-92DE-B595A81F37C4}" dt="2026-08-26T03:27:37.746" v="251" actId="313"/>
        <pc:sldMkLst>
          <pc:docMk/>
          <pc:sldMk cId="80764306" sldId="264"/>
        </pc:sldMkLst>
        <pc:spChg chg="mod">
          <ac:chgData name="Jignesh Chanda" userId="aa19014dbbb21f55" providerId="LiveId" clId="{D38BA503-FEE0-4692-92DE-B595A81F37C4}" dt="2026-08-26T03:27:37.746" v="251" actId="313"/>
          <ac:spMkLst>
            <pc:docMk/>
            <pc:sldMk cId="80764306" sldId="264"/>
            <ac:spMk id="9" creationId="{CDC0D691-96CF-CE9F-6D42-5F06BF539C20}"/>
          </ac:spMkLst>
        </pc:spChg>
      </pc:sldChg>
      <pc:sldChg chg="addSp modSp new mod">
        <pc:chgData name="Jignesh Chanda" userId="aa19014dbbb21f55" providerId="LiveId" clId="{D38BA503-FEE0-4692-92DE-B595A81F37C4}" dt="2026-08-03T03:04:10.320" v="16" actId="1076"/>
        <pc:sldMkLst>
          <pc:docMk/>
          <pc:sldMk cId="2523216550" sldId="267"/>
        </pc:sldMkLst>
        <pc:spChg chg="add mod">
          <ac:chgData name="Jignesh Chanda" userId="aa19014dbbb21f55" providerId="LiveId" clId="{D38BA503-FEE0-4692-92DE-B595A81F37C4}" dt="2026-08-03T03:03:43.199" v="10" actId="14100"/>
          <ac:spMkLst>
            <pc:docMk/>
            <pc:sldMk cId="2523216550" sldId="267"/>
            <ac:spMk id="7" creationId="{1D507D84-D058-5135-DDF4-3DB688BB5527}"/>
          </ac:spMkLst>
        </pc:spChg>
        <pc:spChg chg="add mod">
          <ac:chgData name="Jignesh Chanda" userId="aa19014dbbb21f55" providerId="LiveId" clId="{D38BA503-FEE0-4692-92DE-B595A81F37C4}" dt="2026-08-03T03:04:10.320" v="16" actId="1076"/>
          <ac:spMkLst>
            <pc:docMk/>
            <pc:sldMk cId="2523216550" sldId="267"/>
            <ac:spMk id="9" creationId="{B88A91DA-8332-CCAD-DEBE-61CBFFC3190B}"/>
          </ac:spMkLst>
        </pc:spChg>
        <pc:picChg chg="add">
          <ac:chgData name="Jignesh Chanda" userId="aa19014dbbb21f55" providerId="LiveId" clId="{D38BA503-FEE0-4692-92DE-B595A81F37C4}" dt="2026-08-03T03:03:24.347" v="4" actId="22"/>
          <ac:picMkLst>
            <pc:docMk/>
            <pc:sldMk cId="2523216550" sldId="267"/>
            <ac:picMk id="3" creationId="{B3B875F5-BC47-5CB2-0CF4-609B0233A1C6}"/>
          </ac:picMkLst>
        </pc:picChg>
        <pc:picChg chg="add">
          <ac:chgData name="Jignesh Chanda" userId="aa19014dbbb21f55" providerId="LiveId" clId="{D38BA503-FEE0-4692-92DE-B595A81F37C4}" dt="2026-08-03T03:03:24.347" v="4" actId="22"/>
          <ac:picMkLst>
            <pc:docMk/>
            <pc:sldMk cId="2523216550" sldId="267"/>
            <ac:picMk id="5" creationId="{59B379B4-7410-B5C1-5244-51CB9D8C6BDF}"/>
          </ac:picMkLst>
        </pc:picChg>
      </pc:sldChg>
      <pc:sldChg chg="addSp modSp new mod ord">
        <pc:chgData name="Jignesh Chanda" userId="aa19014dbbb21f55" providerId="LiveId" clId="{D38BA503-FEE0-4692-92DE-B595A81F37C4}" dt="2026-08-25T15:10:47.533" v="55"/>
        <pc:sldMkLst>
          <pc:docMk/>
          <pc:sldMk cId="1272973824" sldId="268"/>
        </pc:sldMkLst>
        <pc:spChg chg="add mod">
          <ac:chgData name="Jignesh Chanda" userId="aa19014dbbb21f55" providerId="LiveId" clId="{D38BA503-FEE0-4692-92DE-B595A81F37C4}" dt="2026-08-03T03:05:27.172" v="26" actId="1076"/>
          <ac:spMkLst>
            <pc:docMk/>
            <pc:sldMk cId="1272973824" sldId="268"/>
            <ac:spMk id="3" creationId="{2AF32DC7-EC7D-9F3C-6D5E-5E267A8BA756}"/>
          </ac:spMkLst>
        </pc:spChg>
        <pc:spChg chg="add mod">
          <ac:chgData name="Jignesh Chanda" userId="aa19014dbbb21f55" providerId="LiveId" clId="{D38BA503-FEE0-4692-92DE-B595A81F37C4}" dt="2026-08-03T03:06:21.533" v="32" actId="1076"/>
          <ac:spMkLst>
            <pc:docMk/>
            <pc:sldMk cId="1272973824" sldId="268"/>
            <ac:spMk id="9" creationId="{78BCE6E6-2B6F-C1AA-929F-B8AAEE882F56}"/>
          </ac:spMkLst>
        </pc:spChg>
        <pc:picChg chg="add">
          <ac:chgData name="Jignesh Chanda" userId="aa19014dbbb21f55" providerId="LiveId" clId="{D38BA503-FEE0-4692-92DE-B595A81F37C4}" dt="2026-08-03T03:05:18.134" v="23" actId="22"/>
          <ac:picMkLst>
            <pc:docMk/>
            <pc:sldMk cId="1272973824" sldId="268"/>
            <ac:picMk id="5" creationId="{B410D41F-AEC6-1B19-DE26-0FFA8BAE7B8F}"/>
          </ac:picMkLst>
        </pc:picChg>
        <pc:picChg chg="add">
          <ac:chgData name="Jignesh Chanda" userId="aa19014dbbb21f55" providerId="LiveId" clId="{D38BA503-FEE0-4692-92DE-B595A81F37C4}" dt="2026-08-03T03:05:18.134" v="23" actId="22"/>
          <ac:picMkLst>
            <pc:docMk/>
            <pc:sldMk cId="1272973824" sldId="268"/>
            <ac:picMk id="7" creationId="{E35BCFEB-9D4D-B5F9-385B-2BBC3A38B5DB}"/>
          </ac:picMkLst>
        </pc:picChg>
      </pc:sldChg>
      <pc:sldChg chg="addSp delSp modSp new mod">
        <pc:chgData name="Jignesh Chanda" userId="aa19014dbbb21f55" providerId="LiveId" clId="{D38BA503-FEE0-4692-92DE-B595A81F37C4}" dt="2026-08-25T15:37:31.505" v="189" actId="21"/>
        <pc:sldMkLst>
          <pc:docMk/>
          <pc:sldMk cId="3864200952" sldId="269"/>
        </pc:sldMkLst>
        <pc:spChg chg="add mod">
          <ac:chgData name="Jignesh Chanda" userId="aa19014dbbb21f55" providerId="LiveId" clId="{D38BA503-FEE0-4692-92DE-B595A81F37C4}" dt="2026-08-25T15:09:32.440" v="43" actId="1076"/>
          <ac:spMkLst>
            <pc:docMk/>
            <pc:sldMk cId="3864200952" sldId="269"/>
            <ac:spMk id="3" creationId="{AA2EF6ED-DC47-0CC9-161B-2D9655C71667}"/>
          </ac:spMkLst>
        </pc:spChg>
        <pc:spChg chg="add mod">
          <ac:chgData name="Jignesh Chanda" userId="aa19014dbbb21f55" providerId="LiveId" clId="{D38BA503-FEE0-4692-92DE-B595A81F37C4}" dt="2026-08-25T15:10:30.503" v="53" actId="1076"/>
          <ac:spMkLst>
            <pc:docMk/>
            <pc:sldMk cId="3864200952" sldId="269"/>
            <ac:spMk id="9" creationId="{6987910F-D239-583E-CA30-1A823E1A2EC6}"/>
          </ac:spMkLst>
        </pc:spChg>
        <pc:graphicFrameChg chg="add del">
          <ac:chgData name="Jignesh Chanda" userId="aa19014dbbb21f55" providerId="LiveId" clId="{D38BA503-FEE0-4692-92DE-B595A81F37C4}" dt="2026-08-25T15:37:31.505" v="189" actId="21"/>
          <ac:graphicFrameMkLst>
            <pc:docMk/>
            <pc:sldMk cId="3864200952" sldId="269"/>
            <ac:graphicFrameMk id="10" creationId="{C7BF1A18-D2DA-978C-3215-24921B52FA90}"/>
          </ac:graphicFrameMkLst>
        </pc:graphicFrameChg>
        <pc:picChg chg="add">
          <ac:chgData name="Jignesh Chanda" userId="aa19014dbbb21f55" providerId="LiveId" clId="{D38BA503-FEE0-4692-92DE-B595A81F37C4}" dt="2026-08-25T15:09:38.705" v="44" actId="22"/>
          <ac:picMkLst>
            <pc:docMk/>
            <pc:sldMk cId="3864200952" sldId="269"/>
            <ac:picMk id="5" creationId="{4D2639F7-6766-20CF-2866-2E04F51CC870}"/>
          </ac:picMkLst>
        </pc:picChg>
        <pc:picChg chg="add">
          <ac:chgData name="Jignesh Chanda" userId="aa19014dbbb21f55" providerId="LiveId" clId="{D38BA503-FEE0-4692-92DE-B595A81F37C4}" dt="2026-08-25T15:09:38.705" v="44" actId="22"/>
          <ac:picMkLst>
            <pc:docMk/>
            <pc:sldMk cId="3864200952" sldId="269"/>
            <ac:picMk id="7" creationId="{A72B8C9D-03AB-88A8-DFEC-2E8C411A16B1}"/>
          </ac:picMkLst>
        </pc:picChg>
      </pc:sldChg>
      <pc:sldChg chg="addSp modSp new mod">
        <pc:chgData name="Jignesh Chanda" userId="aa19014dbbb21f55" providerId="LiveId" clId="{D38BA503-FEE0-4692-92DE-B595A81F37C4}" dt="2026-08-25T15:13:37.345" v="88" actId="1076"/>
        <pc:sldMkLst>
          <pc:docMk/>
          <pc:sldMk cId="59943037" sldId="270"/>
        </pc:sldMkLst>
        <pc:spChg chg="add mod">
          <ac:chgData name="Jignesh Chanda" userId="aa19014dbbb21f55" providerId="LiveId" clId="{D38BA503-FEE0-4692-92DE-B595A81F37C4}" dt="2026-08-25T15:13:33.658" v="87" actId="1076"/>
          <ac:spMkLst>
            <pc:docMk/>
            <pc:sldMk cId="59943037" sldId="270"/>
            <ac:spMk id="6" creationId="{1249F047-C55F-D23D-1A68-AE730E1A8784}"/>
          </ac:spMkLst>
        </pc:spChg>
        <pc:picChg chg="add">
          <ac:chgData name="Jignesh Chanda" userId="aa19014dbbb21f55" providerId="LiveId" clId="{D38BA503-FEE0-4692-92DE-B595A81F37C4}" dt="2026-08-25T15:11:40.270" v="57" actId="22"/>
          <ac:picMkLst>
            <pc:docMk/>
            <pc:sldMk cId="59943037" sldId="270"/>
            <ac:picMk id="3" creationId="{8F1B4992-5826-B574-585E-F4D64DB5A8FF}"/>
          </ac:picMkLst>
        </pc:picChg>
        <pc:picChg chg="add">
          <ac:chgData name="Jignesh Chanda" userId="aa19014dbbb21f55" providerId="LiveId" clId="{D38BA503-FEE0-4692-92DE-B595A81F37C4}" dt="2026-08-25T15:11:40.270" v="57" actId="22"/>
          <ac:picMkLst>
            <pc:docMk/>
            <pc:sldMk cId="59943037" sldId="270"/>
            <ac:picMk id="5" creationId="{317C749E-7F77-DF11-0E69-A316C06FEB4A}"/>
          </ac:picMkLst>
        </pc:picChg>
        <pc:picChg chg="add mod">
          <ac:chgData name="Jignesh Chanda" userId="aa19014dbbb21f55" providerId="LiveId" clId="{D38BA503-FEE0-4692-92DE-B595A81F37C4}" dt="2026-08-25T15:13:37.345" v="88" actId="1076"/>
          <ac:picMkLst>
            <pc:docMk/>
            <pc:sldMk cId="59943037" sldId="270"/>
            <ac:picMk id="8" creationId="{D94EC332-2281-F9FF-E205-FE205FFA6649}"/>
          </ac:picMkLst>
        </pc:picChg>
      </pc:sldChg>
      <pc:sldChg chg="addSp modSp new mod modNotesTx">
        <pc:chgData name="Jignesh Chanda" userId="aa19014dbbb21f55" providerId="LiveId" clId="{D38BA503-FEE0-4692-92DE-B595A81F37C4}" dt="2026-08-26T03:15:06.802" v="250" actId="1076"/>
        <pc:sldMkLst>
          <pc:docMk/>
          <pc:sldMk cId="107105033" sldId="271"/>
        </pc:sldMkLst>
        <pc:spChg chg="add mod">
          <ac:chgData name="Jignesh Chanda" userId="aa19014dbbb21f55" providerId="LiveId" clId="{D38BA503-FEE0-4692-92DE-B595A81F37C4}" dt="2026-08-25T15:20:40.392" v="94" actId="1076"/>
          <ac:spMkLst>
            <pc:docMk/>
            <pc:sldMk cId="107105033" sldId="271"/>
            <ac:spMk id="3" creationId="{90EA8A9B-D3EB-D8AA-BC4A-3B83CEDC3E3F}"/>
          </ac:spMkLst>
        </pc:spChg>
        <pc:spChg chg="add mod">
          <ac:chgData name="Jignesh Chanda" userId="aa19014dbbb21f55" providerId="LiveId" clId="{D38BA503-FEE0-4692-92DE-B595A81F37C4}" dt="2026-08-26T03:15:06.802" v="250" actId="1076"/>
          <ac:spMkLst>
            <pc:docMk/>
            <pc:sldMk cId="107105033" sldId="271"/>
            <ac:spMk id="9" creationId="{709FFAEE-1B5B-FB7C-6307-6198A4B4A62B}"/>
          </ac:spMkLst>
        </pc:spChg>
        <pc:picChg chg="add">
          <ac:chgData name="Jignesh Chanda" userId="aa19014dbbb21f55" providerId="LiveId" clId="{D38BA503-FEE0-4692-92DE-B595A81F37C4}" dt="2026-08-25T15:20:46.731" v="95" actId="22"/>
          <ac:picMkLst>
            <pc:docMk/>
            <pc:sldMk cId="107105033" sldId="271"/>
            <ac:picMk id="5" creationId="{BF9C3037-B7D7-7CF9-B27A-41DA63049218}"/>
          </ac:picMkLst>
        </pc:picChg>
        <pc:picChg chg="add">
          <ac:chgData name="Jignesh Chanda" userId="aa19014dbbb21f55" providerId="LiveId" clId="{D38BA503-FEE0-4692-92DE-B595A81F37C4}" dt="2026-08-25T15:20:46.731" v="95" actId="22"/>
          <ac:picMkLst>
            <pc:docMk/>
            <pc:sldMk cId="107105033" sldId="271"/>
            <ac:picMk id="7" creationId="{52837439-A065-1C49-A485-122C93D6CF69}"/>
          </ac:picMkLst>
        </pc:picChg>
      </pc:sldChg>
      <pc:sldChg chg="addSp modSp new mod">
        <pc:chgData name="Jignesh Chanda" userId="aa19014dbbb21f55" providerId="LiveId" clId="{D38BA503-FEE0-4692-92DE-B595A81F37C4}" dt="2026-08-25T15:23:14.646" v="126" actId="1076"/>
        <pc:sldMkLst>
          <pc:docMk/>
          <pc:sldMk cId="3147700358" sldId="272"/>
        </pc:sldMkLst>
        <pc:spChg chg="add mod">
          <ac:chgData name="Jignesh Chanda" userId="aa19014dbbb21f55" providerId="LiveId" clId="{D38BA503-FEE0-4692-92DE-B595A81F37C4}" dt="2026-08-25T15:23:14.646" v="126" actId="1076"/>
          <ac:spMkLst>
            <pc:docMk/>
            <pc:sldMk cId="3147700358" sldId="272"/>
            <ac:spMk id="3" creationId="{317CBEA9-0AC4-002D-8EA1-72535D70071E}"/>
          </ac:spMkLst>
        </pc:spChg>
        <pc:spChg chg="add mod">
          <ac:chgData name="Jignesh Chanda" userId="aa19014dbbb21f55" providerId="LiveId" clId="{D38BA503-FEE0-4692-92DE-B595A81F37C4}" dt="2026-08-25T15:23:10.241" v="125" actId="1076"/>
          <ac:spMkLst>
            <pc:docMk/>
            <pc:sldMk cId="3147700358" sldId="272"/>
            <ac:spMk id="9" creationId="{023AB910-EE36-842A-8786-510DF6F9AE5D}"/>
          </ac:spMkLst>
        </pc:spChg>
        <pc:picChg chg="add">
          <ac:chgData name="Jignesh Chanda" userId="aa19014dbbb21f55" providerId="LiveId" clId="{D38BA503-FEE0-4692-92DE-B595A81F37C4}" dt="2026-08-25T15:22:28.671" v="116" actId="22"/>
          <ac:picMkLst>
            <pc:docMk/>
            <pc:sldMk cId="3147700358" sldId="272"/>
            <ac:picMk id="5" creationId="{0D5AB534-2DB3-BF05-6326-73E803CBCB53}"/>
          </ac:picMkLst>
        </pc:picChg>
        <pc:picChg chg="add">
          <ac:chgData name="Jignesh Chanda" userId="aa19014dbbb21f55" providerId="LiveId" clId="{D38BA503-FEE0-4692-92DE-B595A81F37C4}" dt="2026-08-25T15:22:28.671" v="116" actId="22"/>
          <ac:picMkLst>
            <pc:docMk/>
            <pc:sldMk cId="3147700358" sldId="272"/>
            <ac:picMk id="7" creationId="{C870AB67-CDBB-76E3-C9D3-022ECFF63687}"/>
          </ac:picMkLst>
        </pc:picChg>
      </pc:sldChg>
      <pc:sldChg chg="addSp modSp new mod">
        <pc:chgData name="Jignesh Chanda" userId="aa19014dbbb21f55" providerId="LiveId" clId="{D38BA503-FEE0-4692-92DE-B595A81F37C4}" dt="2026-08-25T15:25:11.982" v="139" actId="1076"/>
        <pc:sldMkLst>
          <pc:docMk/>
          <pc:sldMk cId="3877565976" sldId="273"/>
        </pc:sldMkLst>
        <pc:spChg chg="add mod">
          <ac:chgData name="Jignesh Chanda" userId="aa19014dbbb21f55" providerId="LiveId" clId="{D38BA503-FEE0-4692-92DE-B595A81F37C4}" dt="2026-08-25T15:24:38.534" v="132" actId="1076"/>
          <ac:spMkLst>
            <pc:docMk/>
            <pc:sldMk cId="3877565976" sldId="273"/>
            <ac:spMk id="3" creationId="{D081D279-C431-34F4-7DF4-1450C70842DD}"/>
          </ac:spMkLst>
        </pc:spChg>
        <pc:spChg chg="add mod">
          <ac:chgData name="Jignesh Chanda" userId="aa19014dbbb21f55" providerId="LiveId" clId="{D38BA503-FEE0-4692-92DE-B595A81F37C4}" dt="2026-08-25T15:25:11.982" v="139" actId="1076"/>
          <ac:spMkLst>
            <pc:docMk/>
            <pc:sldMk cId="3877565976" sldId="273"/>
            <ac:spMk id="9" creationId="{E7BC65DD-9729-2B35-3FAE-3620E65F2C9A}"/>
          </ac:spMkLst>
        </pc:spChg>
        <pc:picChg chg="add">
          <ac:chgData name="Jignesh Chanda" userId="aa19014dbbb21f55" providerId="LiveId" clId="{D38BA503-FEE0-4692-92DE-B595A81F37C4}" dt="2026-08-25T15:24:45.946" v="133" actId="22"/>
          <ac:picMkLst>
            <pc:docMk/>
            <pc:sldMk cId="3877565976" sldId="273"/>
            <ac:picMk id="5" creationId="{2A7A36B1-A442-88A5-E6DF-A9BA2129834E}"/>
          </ac:picMkLst>
        </pc:picChg>
        <pc:picChg chg="add">
          <ac:chgData name="Jignesh Chanda" userId="aa19014dbbb21f55" providerId="LiveId" clId="{D38BA503-FEE0-4692-92DE-B595A81F37C4}" dt="2026-08-25T15:24:45.946" v="133" actId="22"/>
          <ac:picMkLst>
            <pc:docMk/>
            <pc:sldMk cId="3877565976" sldId="273"/>
            <ac:picMk id="7" creationId="{2FE78445-550C-F001-70B5-6B418C7BD8F4}"/>
          </ac:picMkLst>
        </pc:picChg>
      </pc:sldChg>
      <pc:sldChg chg="addSp modSp new mod">
        <pc:chgData name="Jignesh Chanda" userId="aa19014dbbb21f55" providerId="LiveId" clId="{D38BA503-FEE0-4692-92DE-B595A81F37C4}" dt="2026-08-25T15:33:39.971" v="184" actId="22"/>
        <pc:sldMkLst>
          <pc:docMk/>
          <pc:sldMk cId="1782261317" sldId="274"/>
        </pc:sldMkLst>
        <pc:picChg chg="add mod">
          <ac:chgData name="Jignesh Chanda" userId="aa19014dbbb21f55" providerId="LiveId" clId="{D38BA503-FEE0-4692-92DE-B595A81F37C4}" dt="2026-08-25T15:26:26.148" v="149" actId="14100"/>
          <ac:picMkLst>
            <pc:docMk/>
            <pc:sldMk cId="1782261317" sldId="274"/>
            <ac:picMk id="3" creationId="{BECF6C9B-C144-A189-B073-6F145B2D629F}"/>
          </ac:picMkLst>
        </pc:picChg>
        <pc:picChg chg="add mod">
          <ac:chgData name="Jignesh Chanda" userId="aa19014dbbb21f55" providerId="LiveId" clId="{D38BA503-FEE0-4692-92DE-B595A81F37C4}" dt="2026-08-25T15:26:21.014" v="148" actId="1076"/>
          <ac:picMkLst>
            <pc:docMk/>
            <pc:sldMk cId="1782261317" sldId="274"/>
            <ac:picMk id="5" creationId="{ABC3F34C-8DC0-3D22-20B6-519F89B3AB79}"/>
          </ac:picMkLst>
        </pc:picChg>
        <pc:picChg chg="add">
          <ac:chgData name="Jignesh Chanda" userId="aa19014dbbb21f55" providerId="LiveId" clId="{D38BA503-FEE0-4692-92DE-B595A81F37C4}" dt="2026-08-25T15:33:39.971" v="184" actId="22"/>
          <ac:picMkLst>
            <pc:docMk/>
            <pc:sldMk cId="1782261317" sldId="274"/>
            <ac:picMk id="7" creationId="{4A21ABCC-BEC9-B6E7-EFB9-67E4159B845A}"/>
          </ac:picMkLst>
        </pc:picChg>
        <pc:picChg chg="add">
          <ac:chgData name="Jignesh Chanda" userId="aa19014dbbb21f55" providerId="LiveId" clId="{D38BA503-FEE0-4692-92DE-B595A81F37C4}" dt="2026-08-25T15:33:39.971" v="184" actId="22"/>
          <ac:picMkLst>
            <pc:docMk/>
            <pc:sldMk cId="1782261317" sldId="274"/>
            <ac:picMk id="9" creationId="{9ECD0406-326E-085E-29DA-F8CD3FDA6BB8}"/>
          </ac:picMkLst>
        </pc:picChg>
      </pc:sldChg>
      <pc:sldChg chg="addSp modSp new mod">
        <pc:chgData name="Jignesh Chanda" userId="aa19014dbbb21f55" providerId="LiveId" clId="{D38BA503-FEE0-4692-92DE-B595A81F37C4}" dt="2026-08-25T15:33:35.976" v="183" actId="22"/>
        <pc:sldMkLst>
          <pc:docMk/>
          <pc:sldMk cId="2410630490" sldId="275"/>
        </pc:sldMkLst>
        <pc:picChg chg="add mod">
          <ac:chgData name="Jignesh Chanda" userId="aa19014dbbb21f55" providerId="LiveId" clId="{D38BA503-FEE0-4692-92DE-B595A81F37C4}" dt="2026-08-25T15:33:34.688" v="182" actId="1076"/>
          <ac:picMkLst>
            <pc:docMk/>
            <pc:sldMk cId="2410630490" sldId="275"/>
            <ac:picMk id="3" creationId="{E3759D77-4941-3454-9B96-9E18E11442D4}"/>
          </ac:picMkLst>
        </pc:picChg>
        <pc:picChg chg="add">
          <ac:chgData name="Jignesh Chanda" userId="aa19014dbbb21f55" providerId="LiveId" clId="{D38BA503-FEE0-4692-92DE-B595A81F37C4}" dt="2026-08-25T15:33:35.976" v="183" actId="22"/>
          <ac:picMkLst>
            <pc:docMk/>
            <pc:sldMk cId="2410630490" sldId="275"/>
            <ac:picMk id="5" creationId="{CE1487D6-4AFF-A9EE-57BE-09113B936481}"/>
          </ac:picMkLst>
        </pc:picChg>
        <pc:picChg chg="add">
          <ac:chgData name="Jignesh Chanda" userId="aa19014dbbb21f55" providerId="LiveId" clId="{D38BA503-FEE0-4692-92DE-B595A81F37C4}" dt="2026-08-25T15:33:35.976" v="183" actId="22"/>
          <ac:picMkLst>
            <pc:docMk/>
            <pc:sldMk cId="2410630490" sldId="275"/>
            <ac:picMk id="7" creationId="{61FA26C8-0473-2D8A-F481-C94C010A4B55}"/>
          </ac:picMkLst>
        </pc:picChg>
      </pc:sldChg>
      <pc:sldChg chg="addSp modSp new mod">
        <pc:chgData name="Jignesh Chanda" userId="aa19014dbbb21f55" providerId="LiveId" clId="{D38BA503-FEE0-4692-92DE-B595A81F37C4}" dt="2026-08-26T03:14:25.659" v="230" actId="14100"/>
        <pc:sldMkLst>
          <pc:docMk/>
          <pc:sldMk cId="537452187" sldId="276"/>
        </pc:sldMkLst>
        <pc:picChg chg="add mod">
          <ac:chgData name="Jignesh Chanda" userId="aa19014dbbb21f55" providerId="LiveId" clId="{D38BA503-FEE0-4692-92DE-B595A81F37C4}" dt="2026-08-25T15:33:28.741" v="180" actId="1076"/>
          <ac:picMkLst>
            <pc:docMk/>
            <pc:sldMk cId="537452187" sldId="276"/>
            <ac:picMk id="3" creationId="{5AF5ABAF-7E4B-9204-56F3-E83DE0DB3E9F}"/>
          </ac:picMkLst>
        </pc:picChg>
        <pc:picChg chg="add mod">
          <ac:chgData name="Jignesh Chanda" userId="aa19014dbbb21f55" providerId="LiveId" clId="{D38BA503-FEE0-4692-92DE-B595A81F37C4}" dt="2026-08-26T03:14:25.659" v="230" actId="14100"/>
          <ac:picMkLst>
            <pc:docMk/>
            <pc:sldMk cId="537452187" sldId="276"/>
            <ac:picMk id="5" creationId="{37F9F10A-642F-9DBF-CC31-9F90E3F8C18F}"/>
          </ac:picMkLst>
        </pc:picChg>
        <pc:picChg chg="add mod">
          <ac:chgData name="Jignesh Chanda" userId="aa19014dbbb21f55" providerId="LiveId" clId="{D38BA503-FEE0-4692-92DE-B595A81F37C4}" dt="2026-08-26T03:14:25.659" v="230" actId="14100"/>
          <ac:picMkLst>
            <pc:docMk/>
            <pc:sldMk cId="537452187" sldId="276"/>
            <ac:picMk id="7" creationId="{0562766B-FE01-9D7A-7737-26EAADEFC1EE}"/>
          </ac:picMkLst>
        </pc:picChg>
      </pc:sldChg>
      <pc:sldChg chg="addSp modSp new mod">
        <pc:chgData name="Jignesh Chanda" userId="aa19014dbbb21f55" providerId="LiveId" clId="{D38BA503-FEE0-4692-92DE-B595A81F37C4}" dt="2026-08-25T15:33:22.719" v="179" actId="22"/>
        <pc:sldMkLst>
          <pc:docMk/>
          <pc:sldMk cId="2920283307" sldId="277"/>
        </pc:sldMkLst>
        <pc:picChg chg="add mod">
          <ac:chgData name="Jignesh Chanda" userId="aa19014dbbb21f55" providerId="LiveId" clId="{D38BA503-FEE0-4692-92DE-B595A81F37C4}" dt="2026-08-25T15:33:14.773" v="177" actId="1076"/>
          <ac:picMkLst>
            <pc:docMk/>
            <pc:sldMk cId="2920283307" sldId="277"/>
            <ac:picMk id="3" creationId="{86ECC414-47A4-26A2-886B-A4BDE479CF8A}"/>
          </ac:picMkLst>
        </pc:picChg>
        <pc:picChg chg="add mod">
          <ac:chgData name="Jignesh Chanda" userId="aa19014dbbb21f55" providerId="LiveId" clId="{D38BA503-FEE0-4692-92DE-B595A81F37C4}" dt="2026-08-25T15:33:11.049" v="176" actId="14100"/>
          <ac:picMkLst>
            <pc:docMk/>
            <pc:sldMk cId="2920283307" sldId="277"/>
            <ac:picMk id="5" creationId="{AE376B77-0AE9-108D-86A7-5726C156C8F4}"/>
          </ac:picMkLst>
        </pc:picChg>
        <pc:picChg chg="add">
          <ac:chgData name="Jignesh Chanda" userId="aa19014dbbb21f55" providerId="LiveId" clId="{D38BA503-FEE0-4692-92DE-B595A81F37C4}" dt="2026-08-25T15:33:22.719" v="179" actId="22"/>
          <ac:picMkLst>
            <pc:docMk/>
            <pc:sldMk cId="2920283307" sldId="277"/>
            <ac:picMk id="7" creationId="{80139E84-4C90-5034-E209-1F0F985011CA}"/>
          </ac:picMkLst>
        </pc:picChg>
        <pc:picChg chg="add">
          <ac:chgData name="Jignesh Chanda" userId="aa19014dbbb21f55" providerId="LiveId" clId="{D38BA503-FEE0-4692-92DE-B595A81F37C4}" dt="2026-08-25T15:33:22.719" v="179" actId="22"/>
          <ac:picMkLst>
            <pc:docMk/>
            <pc:sldMk cId="2920283307" sldId="277"/>
            <ac:picMk id="9" creationId="{A59A7436-3451-20EB-DDA3-0B88544EA582}"/>
          </ac:picMkLst>
        </pc:picChg>
      </pc:sldChg>
      <pc:sldChg chg="addSp delSp modSp new mod">
        <pc:chgData name="Jignesh Chanda" userId="aa19014dbbb21f55" providerId="LiveId" clId="{D38BA503-FEE0-4692-92DE-B595A81F37C4}" dt="2026-08-26T02:46:15.058" v="228" actId="1076"/>
        <pc:sldMkLst>
          <pc:docMk/>
          <pc:sldMk cId="1927771729" sldId="278"/>
        </pc:sldMkLst>
        <pc:picChg chg="add del mod">
          <ac:chgData name="Jignesh Chanda" userId="aa19014dbbb21f55" providerId="LiveId" clId="{D38BA503-FEE0-4692-92DE-B595A81F37C4}" dt="2026-08-25T15:32:54.089" v="169" actId="21"/>
          <ac:picMkLst>
            <pc:docMk/>
            <pc:sldMk cId="1927771729" sldId="278"/>
            <ac:picMk id="3" creationId="{3F44B5BA-51BB-B324-266C-9852C14E6836}"/>
          </ac:picMkLst>
        </pc:picChg>
        <pc:picChg chg="add mod">
          <ac:chgData name="Jignesh Chanda" userId="aa19014dbbb21f55" providerId="LiveId" clId="{D38BA503-FEE0-4692-92DE-B595A81F37C4}" dt="2026-08-26T02:46:15.058" v="228" actId="1076"/>
          <ac:picMkLst>
            <pc:docMk/>
            <pc:sldMk cId="1927771729" sldId="278"/>
            <ac:picMk id="3" creationId="{B3CAC16C-97AF-A6E4-AFC7-843976D7ABB6}"/>
          </ac:picMkLst>
        </pc:picChg>
        <pc:picChg chg="add">
          <ac:chgData name="Jignesh Chanda" userId="aa19014dbbb21f55" providerId="LiveId" clId="{D38BA503-FEE0-4692-92DE-B595A81F37C4}" dt="2026-08-25T15:33:20.964" v="178" actId="22"/>
          <ac:picMkLst>
            <pc:docMk/>
            <pc:sldMk cId="1927771729" sldId="278"/>
            <ac:picMk id="5" creationId="{EE4A6664-A450-1C01-1D29-C27CDF442B04}"/>
          </ac:picMkLst>
        </pc:picChg>
        <pc:picChg chg="add">
          <ac:chgData name="Jignesh Chanda" userId="aa19014dbbb21f55" providerId="LiveId" clId="{D38BA503-FEE0-4692-92DE-B595A81F37C4}" dt="2026-08-25T15:33:20.964" v="178" actId="22"/>
          <ac:picMkLst>
            <pc:docMk/>
            <pc:sldMk cId="1927771729" sldId="278"/>
            <ac:picMk id="7" creationId="{07815D86-415C-A458-69C0-1F12B12869A4}"/>
          </ac:picMkLst>
        </pc:picChg>
      </pc:sldChg>
      <pc:sldChg chg="addSp delSp modSp new mod">
        <pc:chgData name="Jignesh Chanda" userId="aa19014dbbb21f55" providerId="LiveId" clId="{D38BA503-FEE0-4692-92DE-B595A81F37C4}" dt="2026-08-25T15:41:21.168" v="224" actId="1076"/>
        <pc:sldMkLst>
          <pc:docMk/>
          <pc:sldMk cId="939166452" sldId="279"/>
        </pc:sldMkLst>
        <pc:spChg chg="add mod">
          <ac:chgData name="Jignesh Chanda" userId="aa19014dbbb21f55" providerId="LiveId" clId="{D38BA503-FEE0-4692-92DE-B595A81F37C4}" dt="2026-08-25T15:41:21.168" v="224" actId="1076"/>
          <ac:spMkLst>
            <pc:docMk/>
            <pc:sldMk cId="939166452" sldId="279"/>
            <ac:spMk id="11" creationId="{1E71CF89-2D70-8003-E993-E1804411DC7D}"/>
          </ac:spMkLst>
        </pc:spChg>
        <pc:graphicFrameChg chg="add mod modGraphic">
          <ac:chgData name="Jignesh Chanda" userId="aa19014dbbb21f55" providerId="LiveId" clId="{D38BA503-FEE0-4692-92DE-B595A81F37C4}" dt="2026-08-25T15:40:12.555" v="211" actId="1076"/>
          <ac:graphicFrameMkLst>
            <pc:docMk/>
            <pc:sldMk cId="939166452" sldId="279"/>
            <ac:graphicFrameMk id="3" creationId="{E6E6F60A-0E95-2AB2-A384-69908DC8D27A}"/>
          </ac:graphicFrameMkLst>
        </pc:graphicFrameChg>
        <pc:picChg chg="add del">
          <ac:chgData name="Jignesh Chanda" userId="aa19014dbbb21f55" providerId="LiveId" clId="{D38BA503-FEE0-4692-92DE-B595A81F37C4}" dt="2026-08-25T15:40:28.701" v="213" actId="22"/>
          <ac:picMkLst>
            <pc:docMk/>
            <pc:sldMk cId="939166452" sldId="279"/>
            <ac:picMk id="5" creationId="{46EE3F10-734C-C093-A226-84C797102F0B}"/>
          </ac:picMkLst>
        </pc:picChg>
        <pc:picChg chg="add mod">
          <ac:chgData name="Jignesh Chanda" userId="aa19014dbbb21f55" providerId="LiveId" clId="{D38BA503-FEE0-4692-92DE-B595A81F37C4}" dt="2026-08-25T15:40:55.782" v="218" actId="1076"/>
          <ac:picMkLst>
            <pc:docMk/>
            <pc:sldMk cId="939166452" sldId="279"/>
            <ac:picMk id="7" creationId="{72B4898D-4DE9-2380-ADB4-CB3B0F74AB47}"/>
          </ac:picMkLst>
        </pc:picChg>
        <pc:picChg chg="add mod">
          <ac:chgData name="Jignesh Chanda" userId="aa19014dbbb21f55" providerId="LiveId" clId="{D38BA503-FEE0-4692-92DE-B595A81F37C4}" dt="2026-08-25T15:40:59.521" v="219" actId="1076"/>
          <ac:picMkLst>
            <pc:docMk/>
            <pc:sldMk cId="939166452" sldId="279"/>
            <ac:picMk id="9" creationId="{4E050F96-C337-77C1-7BF8-489876CBBDA3}"/>
          </ac:picMkLst>
        </pc:picChg>
      </pc:sldChg>
      <pc:sldChg chg="new del">
        <pc:chgData name="Jignesh Chanda" userId="aa19014dbbb21f55" providerId="LiveId" clId="{D38BA503-FEE0-4692-92DE-B595A81F37C4}" dt="2026-08-25T15:37:08.869" v="187" actId="47"/>
        <pc:sldMkLst>
          <pc:docMk/>
          <pc:sldMk cId="436390993" sldId="2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6EDA63-6A5C-48EA-B3BB-C8C123624109}" type="datetimeFigureOut">
              <a:rPr lang="en-IN" smtClean="0"/>
              <a:t>26-08-2026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8E529D-497C-4145-9A54-49D4D79A5B58}" type="slidenum">
              <a:rPr lang="en-IN" smtClean="0"/>
              <a:t>‹#›</a:t>
            </a:fld>
            <a:endParaRPr lang="en-IN"/>
          </a:p>
        </p:txBody>
      </p:sp>
    </p:spTree>
    <p:extLst>
      <p:ext uri="{BB962C8B-B14F-4D97-AF65-F5344CB8AC3E}">
        <p14:creationId xmlns:p14="http://schemas.microsoft.com/office/powerpoint/2010/main" val="1031111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C8E529D-497C-4145-9A54-49D4D79A5B58}" type="slidenum">
              <a:rPr lang="en-IN" smtClean="0"/>
              <a:t>20</a:t>
            </a:fld>
            <a:endParaRPr lang="en-IN"/>
          </a:p>
        </p:txBody>
      </p:sp>
    </p:spTree>
    <p:extLst>
      <p:ext uri="{BB962C8B-B14F-4D97-AF65-F5344CB8AC3E}">
        <p14:creationId xmlns:p14="http://schemas.microsoft.com/office/powerpoint/2010/main" val="4083934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6E9C-22E9-2E11-0C6C-F6478A4F03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845B354-E95B-0A26-7399-532B238398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C2DD88-C39E-6867-BCB2-456D7AA78ECD}"/>
              </a:ext>
            </a:extLst>
          </p:cNvPr>
          <p:cNvSpPr>
            <a:spLocks noGrp="1"/>
          </p:cNvSpPr>
          <p:nvPr>
            <p:ph type="dt" sz="half" idx="10"/>
          </p:nvPr>
        </p:nvSpPr>
        <p:spPr/>
        <p:txBody>
          <a:bodyPr/>
          <a:lstStyle/>
          <a:p>
            <a:fld id="{3045C21C-C374-4117-AAAF-6308EF28D6B2}" type="datetimeFigureOut">
              <a:rPr lang="en-IN" smtClean="0"/>
              <a:t>26-08-2026</a:t>
            </a:fld>
            <a:endParaRPr lang="en-IN"/>
          </a:p>
        </p:txBody>
      </p:sp>
      <p:sp>
        <p:nvSpPr>
          <p:cNvPr id="5" name="Footer Placeholder 4">
            <a:extLst>
              <a:ext uri="{FF2B5EF4-FFF2-40B4-BE49-F238E27FC236}">
                <a16:creationId xmlns:a16="http://schemas.microsoft.com/office/drawing/2014/main" id="{E5DCCF13-68A5-8DB7-2A6F-F0B6DDF31A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EA6CCF-0F51-34BD-91CE-B9F24913E2A3}"/>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3108798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4391F-DEF9-6203-9345-141E2A3B87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70A663-F6D8-0B9C-4758-E5884B66F9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12031D-4D06-F3BE-FE10-BBCEBEBEDBD1}"/>
              </a:ext>
            </a:extLst>
          </p:cNvPr>
          <p:cNvSpPr>
            <a:spLocks noGrp="1"/>
          </p:cNvSpPr>
          <p:nvPr>
            <p:ph type="dt" sz="half" idx="10"/>
          </p:nvPr>
        </p:nvSpPr>
        <p:spPr/>
        <p:txBody>
          <a:bodyPr/>
          <a:lstStyle/>
          <a:p>
            <a:fld id="{3045C21C-C374-4117-AAAF-6308EF28D6B2}" type="datetimeFigureOut">
              <a:rPr lang="en-IN" smtClean="0"/>
              <a:t>26-08-2026</a:t>
            </a:fld>
            <a:endParaRPr lang="en-IN"/>
          </a:p>
        </p:txBody>
      </p:sp>
      <p:sp>
        <p:nvSpPr>
          <p:cNvPr id="5" name="Footer Placeholder 4">
            <a:extLst>
              <a:ext uri="{FF2B5EF4-FFF2-40B4-BE49-F238E27FC236}">
                <a16:creationId xmlns:a16="http://schemas.microsoft.com/office/drawing/2014/main" id="{1C44D963-5065-FAAB-4104-F03C925012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A5ACBC-0C19-9469-D20B-14E14BC5D258}"/>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422346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BC1D1-E648-1AEF-C954-26407772B9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224C7D2-2FB0-1B1E-3825-8A3B8E2C60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CA36AA-7D9D-E719-DB82-3C844C171DA0}"/>
              </a:ext>
            </a:extLst>
          </p:cNvPr>
          <p:cNvSpPr>
            <a:spLocks noGrp="1"/>
          </p:cNvSpPr>
          <p:nvPr>
            <p:ph type="dt" sz="half" idx="10"/>
          </p:nvPr>
        </p:nvSpPr>
        <p:spPr/>
        <p:txBody>
          <a:bodyPr/>
          <a:lstStyle/>
          <a:p>
            <a:fld id="{3045C21C-C374-4117-AAAF-6308EF28D6B2}" type="datetimeFigureOut">
              <a:rPr lang="en-IN" smtClean="0"/>
              <a:t>26-08-2026</a:t>
            </a:fld>
            <a:endParaRPr lang="en-IN"/>
          </a:p>
        </p:txBody>
      </p:sp>
      <p:sp>
        <p:nvSpPr>
          <p:cNvPr id="5" name="Footer Placeholder 4">
            <a:extLst>
              <a:ext uri="{FF2B5EF4-FFF2-40B4-BE49-F238E27FC236}">
                <a16:creationId xmlns:a16="http://schemas.microsoft.com/office/drawing/2014/main" id="{5AD53788-95A7-2D38-1942-F3E69933BB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9949BD-88D9-DE3D-1797-7351CAD0F5FC}"/>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3091206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4C37-DFBA-26D4-5F02-B3C9B39F70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15F21B-609B-4A6B-3FFC-15AF1C04AE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FACC609-CB9F-68E6-E621-58EAB9179D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C46047D-3F6F-4ED7-23CE-E8AAB63E53AC}"/>
              </a:ext>
            </a:extLst>
          </p:cNvPr>
          <p:cNvSpPr>
            <a:spLocks noGrp="1"/>
          </p:cNvSpPr>
          <p:nvPr>
            <p:ph type="dt" sz="half" idx="10"/>
          </p:nvPr>
        </p:nvSpPr>
        <p:spPr/>
        <p:txBody>
          <a:bodyPr/>
          <a:lstStyle/>
          <a:p>
            <a:fld id="{3045C21C-C374-4117-AAAF-6308EF28D6B2}" type="datetimeFigureOut">
              <a:rPr lang="en-IN" smtClean="0"/>
              <a:t>26-08-2026</a:t>
            </a:fld>
            <a:endParaRPr lang="en-IN"/>
          </a:p>
        </p:txBody>
      </p:sp>
      <p:sp>
        <p:nvSpPr>
          <p:cNvPr id="6" name="Footer Placeholder 5">
            <a:extLst>
              <a:ext uri="{FF2B5EF4-FFF2-40B4-BE49-F238E27FC236}">
                <a16:creationId xmlns:a16="http://schemas.microsoft.com/office/drawing/2014/main" id="{687BC73D-C0F6-2936-5809-37EE109A8E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F628EB-8B21-C222-4B3E-B2E7607342E6}"/>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2838871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E4B96-FD4B-EC44-2C94-57B0CF04EEA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60665E-3927-60F6-E362-1057F693C5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D43992-7EAA-8984-3650-93FF3EECC5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DC951C-8F04-3D44-CA4A-AA8A3D19FC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10B145-AC13-A10A-FBEF-3F21A451FA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63ACA18-AD09-F630-697C-00F1BF250DF3}"/>
              </a:ext>
            </a:extLst>
          </p:cNvPr>
          <p:cNvSpPr>
            <a:spLocks noGrp="1"/>
          </p:cNvSpPr>
          <p:nvPr>
            <p:ph type="dt" sz="half" idx="10"/>
          </p:nvPr>
        </p:nvSpPr>
        <p:spPr/>
        <p:txBody>
          <a:bodyPr/>
          <a:lstStyle/>
          <a:p>
            <a:fld id="{3045C21C-C374-4117-AAAF-6308EF28D6B2}" type="datetimeFigureOut">
              <a:rPr lang="en-IN" smtClean="0"/>
              <a:t>26-08-2026</a:t>
            </a:fld>
            <a:endParaRPr lang="en-IN"/>
          </a:p>
        </p:txBody>
      </p:sp>
      <p:sp>
        <p:nvSpPr>
          <p:cNvPr id="8" name="Footer Placeholder 7">
            <a:extLst>
              <a:ext uri="{FF2B5EF4-FFF2-40B4-BE49-F238E27FC236}">
                <a16:creationId xmlns:a16="http://schemas.microsoft.com/office/drawing/2014/main" id="{B6A3863F-0BB3-8B3F-000B-808EB12F5DE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AE266DC-717A-8408-8A77-6295EEFA4D14}"/>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4293112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CE45E-822B-C002-53F1-1A46F45B9F5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25BE03F-BC4A-B8F1-3DD5-1FEF63217632}"/>
              </a:ext>
            </a:extLst>
          </p:cNvPr>
          <p:cNvSpPr>
            <a:spLocks noGrp="1"/>
          </p:cNvSpPr>
          <p:nvPr>
            <p:ph type="dt" sz="half" idx="10"/>
          </p:nvPr>
        </p:nvSpPr>
        <p:spPr/>
        <p:txBody>
          <a:bodyPr/>
          <a:lstStyle/>
          <a:p>
            <a:fld id="{3045C21C-C374-4117-AAAF-6308EF28D6B2}" type="datetimeFigureOut">
              <a:rPr lang="en-IN" smtClean="0"/>
              <a:t>26-08-2026</a:t>
            </a:fld>
            <a:endParaRPr lang="en-IN"/>
          </a:p>
        </p:txBody>
      </p:sp>
      <p:sp>
        <p:nvSpPr>
          <p:cNvPr id="4" name="Footer Placeholder 3">
            <a:extLst>
              <a:ext uri="{FF2B5EF4-FFF2-40B4-BE49-F238E27FC236}">
                <a16:creationId xmlns:a16="http://schemas.microsoft.com/office/drawing/2014/main" id="{81FCA0A6-3DCA-C6B5-C605-1DEC6479606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396BC51-7F76-6A92-8ACC-DB4E83CC069A}"/>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604833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AFE8CC-13DF-DAAC-339A-0A2C2CD4A8B5}"/>
              </a:ext>
            </a:extLst>
          </p:cNvPr>
          <p:cNvSpPr>
            <a:spLocks noGrp="1"/>
          </p:cNvSpPr>
          <p:nvPr>
            <p:ph type="dt" sz="half" idx="10"/>
          </p:nvPr>
        </p:nvSpPr>
        <p:spPr/>
        <p:txBody>
          <a:bodyPr/>
          <a:lstStyle/>
          <a:p>
            <a:fld id="{3045C21C-C374-4117-AAAF-6308EF28D6B2}" type="datetimeFigureOut">
              <a:rPr lang="en-IN" smtClean="0"/>
              <a:t>26-08-2026</a:t>
            </a:fld>
            <a:endParaRPr lang="en-IN"/>
          </a:p>
        </p:txBody>
      </p:sp>
      <p:sp>
        <p:nvSpPr>
          <p:cNvPr id="3" name="Footer Placeholder 2">
            <a:extLst>
              <a:ext uri="{FF2B5EF4-FFF2-40B4-BE49-F238E27FC236}">
                <a16:creationId xmlns:a16="http://schemas.microsoft.com/office/drawing/2014/main" id="{B98BD177-F1A0-FE84-A69E-89C388FC320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C0531AA-8239-4DAA-3C0F-0026CB506CB0}"/>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2110291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B17EA-A576-5BDC-A69B-0F0BFC7D66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36D527D-D7B2-3E5F-491C-B877998045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3901277-36F8-5468-D867-C29809ED62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E28AD-7528-9E47-7E47-838CB8AB702B}"/>
              </a:ext>
            </a:extLst>
          </p:cNvPr>
          <p:cNvSpPr>
            <a:spLocks noGrp="1"/>
          </p:cNvSpPr>
          <p:nvPr>
            <p:ph type="dt" sz="half" idx="10"/>
          </p:nvPr>
        </p:nvSpPr>
        <p:spPr/>
        <p:txBody>
          <a:bodyPr/>
          <a:lstStyle/>
          <a:p>
            <a:fld id="{3045C21C-C374-4117-AAAF-6308EF28D6B2}" type="datetimeFigureOut">
              <a:rPr lang="en-IN" smtClean="0"/>
              <a:t>26-08-2026</a:t>
            </a:fld>
            <a:endParaRPr lang="en-IN"/>
          </a:p>
        </p:txBody>
      </p:sp>
      <p:sp>
        <p:nvSpPr>
          <p:cNvPr id="6" name="Footer Placeholder 5">
            <a:extLst>
              <a:ext uri="{FF2B5EF4-FFF2-40B4-BE49-F238E27FC236}">
                <a16:creationId xmlns:a16="http://schemas.microsoft.com/office/drawing/2014/main" id="{BCB01E08-EA68-5175-1A68-2952A8CC44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F21FAB-2935-2D5F-11A0-BB38592A31E6}"/>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1193867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803A6-3591-D485-42F7-51B0825C06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BE7AE26-14CC-54C0-F5FA-A2E37CB595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3F1A482-4685-CC41-17A8-D4A7C822B3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D58DD0-FC74-C588-01C0-9D7145ADAAA1}"/>
              </a:ext>
            </a:extLst>
          </p:cNvPr>
          <p:cNvSpPr>
            <a:spLocks noGrp="1"/>
          </p:cNvSpPr>
          <p:nvPr>
            <p:ph type="dt" sz="half" idx="10"/>
          </p:nvPr>
        </p:nvSpPr>
        <p:spPr/>
        <p:txBody>
          <a:bodyPr/>
          <a:lstStyle/>
          <a:p>
            <a:fld id="{3045C21C-C374-4117-AAAF-6308EF28D6B2}" type="datetimeFigureOut">
              <a:rPr lang="en-IN" smtClean="0"/>
              <a:t>26-08-2026</a:t>
            </a:fld>
            <a:endParaRPr lang="en-IN"/>
          </a:p>
        </p:txBody>
      </p:sp>
      <p:sp>
        <p:nvSpPr>
          <p:cNvPr id="6" name="Footer Placeholder 5">
            <a:extLst>
              <a:ext uri="{FF2B5EF4-FFF2-40B4-BE49-F238E27FC236}">
                <a16:creationId xmlns:a16="http://schemas.microsoft.com/office/drawing/2014/main" id="{C96205D9-84CF-DA86-AD3C-9E00A95069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73E7E7-CE7C-4AE1-9956-A9E35AA097B7}"/>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344653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A0186-1596-CCB9-FF3B-F81FB3F724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80A21A-0474-097D-E38D-576AC2681A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01E019-6299-DA5A-8F52-DC34E3F4DDE0}"/>
              </a:ext>
            </a:extLst>
          </p:cNvPr>
          <p:cNvSpPr>
            <a:spLocks noGrp="1"/>
          </p:cNvSpPr>
          <p:nvPr>
            <p:ph type="dt" sz="half" idx="10"/>
          </p:nvPr>
        </p:nvSpPr>
        <p:spPr/>
        <p:txBody>
          <a:bodyPr/>
          <a:lstStyle/>
          <a:p>
            <a:fld id="{3045C21C-C374-4117-AAAF-6308EF28D6B2}" type="datetimeFigureOut">
              <a:rPr lang="en-IN" smtClean="0"/>
              <a:t>26-08-2026</a:t>
            </a:fld>
            <a:endParaRPr lang="en-IN"/>
          </a:p>
        </p:txBody>
      </p:sp>
      <p:sp>
        <p:nvSpPr>
          <p:cNvPr id="5" name="Footer Placeholder 4">
            <a:extLst>
              <a:ext uri="{FF2B5EF4-FFF2-40B4-BE49-F238E27FC236}">
                <a16:creationId xmlns:a16="http://schemas.microsoft.com/office/drawing/2014/main" id="{825B12C7-A86E-6F63-A106-4BEA4E1A8D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160713-B9F9-9E9C-CBC0-0F2B252E76E7}"/>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3601540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8E924-E144-EE65-7CA7-2D907D7B74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076328-ECE1-0743-8479-873145B886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1D5DD4-65C3-DA93-EE45-6EEC7E67D4C3}"/>
              </a:ext>
            </a:extLst>
          </p:cNvPr>
          <p:cNvSpPr>
            <a:spLocks noGrp="1"/>
          </p:cNvSpPr>
          <p:nvPr>
            <p:ph type="dt" sz="half" idx="10"/>
          </p:nvPr>
        </p:nvSpPr>
        <p:spPr/>
        <p:txBody>
          <a:bodyPr/>
          <a:lstStyle/>
          <a:p>
            <a:fld id="{3045C21C-C374-4117-AAAF-6308EF28D6B2}" type="datetimeFigureOut">
              <a:rPr lang="en-IN" smtClean="0"/>
              <a:t>26-08-2026</a:t>
            </a:fld>
            <a:endParaRPr lang="en-IN"/>
          </a:p>
        </p:txBody>
      </p:sp>
      <p:sp>
        <p:nvSpPr>
          <p:cNvPr id="5" name="Footer Placeholder 4">
            <a:extLst>
              <a:ext uri="{FF2B5EF4-FFF2-40B4-BE49-F238E27FC236}">
                <a16:creationId xmlns:a16="http://schemas.microsoft.com/office/drawing/2014/main" id="{C16C1757-76FC-BA52-8F3A-17A27405DB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A6E4DC-7A7E-3A46-0C54-AFD415667319}"/>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1363053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8834A4-323F-EC0B-AA15-2E16C4637B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038A72-E798-EEDB-DCBF-462737B150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1A7970-E0CF-675D-0E2A-1B4EECDB8F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45C21C-C374-4117-AAAF-6308EF28D6B2}" type="datetimeFigureOut">
              <a:rPr lang="en-IN" smtClean="0"/>
              <a:t>26-08-2026</a:t>
            </a:fld>
            <a:endParaRPr lang="en-IN"/>
          </a:p>
        </p:txBody>
      </p:sp>
      <p:sp>
        <p:nvSpPr>
          <p:cNvPr id="5" name="Footer Placeholder 4">
            <a:extLst>
              <a:ext uri="{FF2B5EF4-FFF2-40B4-BE49-F238E27FC236}">
                <a16:creationId xmlns:a16="http://schemas.microsoft.com/office/drawing/2014/main" id="{2BF8B659-E8C9-F9D6-07F4-D54E446F35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9F75D7B-8078-008B-CE5B-C237CFBB07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F4725C-1033-4057-9953-E22F48E32B76}" type="slidenum">
              <a:rPr lang="en-IN" smtClean="0"/>
              <a:t>‹#›</a:t>
            </a:fld>
            <a:endParaRPr lang="en-IN"/>
          </a:p>
        </p:txBody>
      </p:sp>
    </p:spTree>
    <p:extLst>
      <p:ext uri="{BB962C8B-B14F-4D97-AF65-F5344CB8AC3E}">
        <p14:creationId xmlns:p14="http://schemas.microsoft.com/office/powerpoint/2010/main" val="3345758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3.png" descr="C:\Users\ADMIN\AppData\Local\Microsoft\Windows\INetCache\Content.MSO\C29DB0A6.tmp">
            <a:extLst>
              <a:ext uri="{FF2B5EF4-FFF2-40B4-BE49-F238E27FC236}">
                <a16:creationId xmlns:a16="http://schemas.microsoft.com/office/drawing/2014/main" id="{372A5E6A-57E4-7711-CF51-286AC0F9AC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6632" y="339621"/>
            <a:ext cx="10037762"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96E59595-FC01-E452-6A8C-AF8C7C37B94D}"/>
              </a:ext>
            </a:extLst>
          </p:cNvPr>
          <p:cNvSpPr txBox="1"/>
          <p:nvPr/>
        </p:nvSpPr>
        <p:spPr>
          <a:xfrm>
            <a:off x="2462418" y="1799008"/>
            <a:ext cx="8073059" cy="523220"/>
          </a:xfrm>
          <a:prstGeom prst="rect">
            <a:avLst/>
          </a:prstGeom>
          <a:noFill/>
        </p:spPr>
        <p:txBody>
          <a:bodyPr wrap="square">
            <a:spAutoFit/>
          </a:bodyPr>
          <a:lstStyle/>
          <a:p>
            <a:pPr algn="ctr"/>
            <a:r>
              <a:rPr lang="en-IN" sz="2800" b="1" dirty="0">
                <a:solidFill>
                  <a:srgbClr val="1A3C6E"/>
                </a:solidFill>
                <a:latin typeface="Times New Roman"/>
              </a:rPr>
              <a:t>CAPSTONE PROJECT PRESENTATION</a:t>
            </a:r>
          </a:p>
        </p:txBody>
      </p:sp>
      <p:sp>
        <p:nvSpPr>
          <p:cNvPr id="8" name="TextBox 7">
            <a:extLst>
              <a:ext uri="{FF2B5EF4-FFF2-40B4-BE49-F238E27FC236}">
                <a16:creationId xmlns:a16="http://schemas.microsoft.com/office/drawing/2014/main" id="{B860968F-15ED-5D6F-7F57-53991EDD7600}"/>
              </a:ext>
            </a:extLst>
          </p:cNvPr>
          <p:cNvSpPr txBox="1"/>
          <p:nvPr/>
        </p:nvSpPr>
        <p:spPr>
          <a:xfrm>
            <a:off x="4236941" y="2591880"/>
            <a:ext cx="4225837" cy="461665"/>
          </a:xfrm>
          <a:prstGeom prst="rect">
            <a:avLst/>
          </a:prstGeom>
          <a:noFill/>
        </p:spPr>
        <p:txBody>
          <a:bodyPr wrap="none" rtlCol="0">
            <a:spAutoFit/>
          </a:bodyPr>
          <a:lstStyle/>
          <a:p>
            <a:r>
              <a:rPr lang="en-IN" sz="2400" dirty="0">
                <a:latin typeface="Times New Roman" panose="02020603050405020304" pitchFamily="18" charset="0"/>
                <a:cs typeface="Times New Roman" panose="02020603050405020304" pitchFamily="18" charset="0"/>
              </a:rPr>
              <a:t>CSA4308-Internet Programming</a:t>
            </a:r>
          </a:p>
        </p:txBody>
      </p:sp>
      <p:sp>
        <p:nvSpPr>
          <p:cNvPr id="12" name="TextBox 11">
            <a:extLst>
              <a:ext uri="{FF2B5EF4-FFF2-40B4-BE49-F238E27FC236}">
                <a16:creationId xmlns:a16="http://schemas.microsoft.com/office/drawing/2014/main" id="{8825C28B-63E2-C9E4-CEDC-B30B16EFCF0F}"/>
              </a:ext>
            </a:extLst>
          </p:cNvPr>
          <p:cNvSpPr txBox="1"/>
          <p:nvPr/>
        </p:nvSpPr>
        <p:spPr>
          <a:xfrm>
            <a:off x="3301031" y="3342791"/>
            <a:ext cx="6097656" cy="461665"/>
          </a:xfrm>
          <a:prstGeom prst="rect">
            <a:avLst/>
          </a:prstGeom>
          <a:noFill/>
        </p:spPr>
        <p:txBody>
          <a:bodyPr wrap="square">
            <a:spAutoFit/>
          </a:bodyPr>
          <a:lstStyle/>
          <a:p>
            <a:pPr algn="ctr" rtl="0" fontAlgn="ctr">
              <a:buNone/>
            </a:pPr>
            <a:r>
              <a:rPr lang="en-IN" sz="2400" b="1" dirty="0">
                <a:solidFill>
                  <a:srgbClr val="FF0000"/>
                </a:solidFill>
                <a:effectLst/>
                <a:latin typeface="Times New Roman" panose="02020603050405020304" pitchFamily="18" charset="0"/>
                <a:cs typeface="Times New Roman" panose="02020603050405020304" pitchFamily="18" charset="0"/>
              </a:rPr>
              <a:t>E-Commerce Shopping Website</a:t>
            </a:r>
          </a:p>
        </p:txBody>
      </p:sp>
      <p:sp>
        <p:nvSpPr>
          <p:cNvPr id="14" name="TextBox 13">
            <a:extLst>
              <a:ext uri="{FF2B5EF4-FFF2-40B4-BE49-F238E27FC236}">
                <a16:creationId xmlns:a16="http://schemas.microsoft.com/office/drawing/2014/main" id="{0C308F65-9DAE-9344-2F72-9A91B541D9BB}"/>
              </a:ext>
            </a:extLst>
          </p:cNvPr>
          <p:cNvSpPr txBox="1"/>
          <p:nvPr/>
        </p:nvSpPr>
        <p:spPr>
          <a:xfrm>
            <a:off x="7666904" y="4535773"/>
            <a:ext cx="3527490" cy="1754326"/>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Presented By:</a:t>
            </a:r>
          </a:p>
          <a:p>
            <a:r>
              <a:rPr lang="en-IN" sz="1800" dirty="0">
                <a:latin typeface="Times New Roman" panose="02020603050405020304" pitchFamily="18" charset="0"/>
                <a:cs typeface="Times New Roman" panose="02020603050405020304" pitchFamily="18" charset="0"/>
              </a:rPr>
              <a:t>B Manish_192411149</a:t>
            </a:r>
          </a:p>
          <a:p>
            <a:r>
              <a:rPr lang="en-IN" sz="1800" dirty="0">
                <a:latin typeface="Times New Roman" panose="02020603050405020304" pitchFamily="18" charset="0"/>
                <a:cs typeface="Times New Roman" panose="02020603050405020304" pitchFamily="18" charset="0"/>
              </a:rPr>
              <a:t>Ch Jignesh_192411154</a:t>
            </a:r>
          </a:p>
          <a:p>
            <a:r>
              <a:rPr lang="en-IN" dirty="0">
                <a:latin typeface="Times New Roman" panose="02020603050405020304" pitchFamily="18" charset="0"/>
                <a:cs typeface="Times New Roman" panose="02020603050405020304" pitchFamily="18" charset="0"/>
              </a:rPr>
              <a:t>K Eswar_192411176</a:t>
            </a:r>
          </a:p>
          <a:p>
            <a:r>
              <a:rPr lang="en-IN" dirty="0">
                <a:latin typeface="Times New Roman" panose="02020603050405020304" pitchFamily="18" charset="0"/>
                <a:cs typeface="Times New Roman" panose="02020603050405020304" pitchFamily="18" charset="0"/>
              </a:rPr>
              <a:t>P Furkhan_192311341</a:t>
            </a:r>
          </a:p>
          <a:p>
            <a:r>
              <a:rPr lang="en-IN" dirty="0">
                <a:latin typeface="Times New Roman" panose="02020603050405020304" pitchFamily="18" charset="0"/>
                <a:cs typeface="Times New Roman" panose="02020603050405020304" pitchFamily="18" charset="0"/>
              </a:rPr>
              <a:t>V Aswini Pavan Kumar_192372151</a:t>
            </a:r>
          </a:p>
        </p:txBody>
      </p:sp>
      <p:sp>
        <p:nvSpPr>
          <p:cNvPr id="16" name="TextBox 15">
            <a:extLst>
              <a:ext uri="{FF2B5EF4-FFF2-40B4-BE49-F238E27FC236}">
                <a16:creationId xmlns:a16="http://schemas.microsoft.com/office/drawing/2014/main" id="{0B342A23-9004-2C97-4AC0-45719968C3CB}"/>
              </a:ext>
            </a:extLst>
          </p:cNvPr>
          <p:cNvSpPr txBox="1"/>
          <p:nvPr/>
        </p:nvSpPr>
        <p:spPr>
          <a:xfrm>
            <a:off x="1156632" y="4535773"/>
            <a:ext cx="1858945" cy="646331"/>
          </a:xfrm>
          <a:prstGeom prst="rect">
            <a:avLst/>
          </a:prstGeom>
          <a:noFill/>
        </p:spPr>
        <p:txBody>
          <a:bodyPr wrap="square">
            <a:spAutoFit/>
          </a:bodyPr>
          <a:lstStyle/>
          <a:p>
            <a:r>
              <a:rPr lang="en-IN" sz="1800" b="1" dirty="0">
                <a:solidFill>
                  <a:srgbClr val="002060"/>
                </a:solidFill>
                <a:latin typeface="Times New Roman"/>
              </a:rPr>
              <a:t>Guided By</a:t>
            </a:r>
            <a:r>
              <a:rPr lang="en-IN" sz="1800" b="1" dirty="0"/>
              <a:t>:</a:t>
            </a:r>
          </a:p>
          <a:p>
            <a:r>
              <a:rPr lang="en-IN" sz="1800" dirty="0"/>
              <a:t>Dr. K Rajagopal</a:t>
            </a:r>
          </a:p>
        </p:txBody>
      </p:sp>
    </p:spTree>
    <p:extLst>
      <p:ext uri="{BB962C8B-B14F-4D97-AF65-F5344CB8AC3E}">
        <p14:creationId xmlns:p14="http://schemas.microsoft.com/office/powerpoint/2010/main" val="415441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08CD92-798A-79B8-1140-22C2EB9BD648}"/>
              </a:ext>
            </a:extLst>
          </p:cNvPr>
          <p:cNvSpPr txBox="1"/>
          <p:nvPr/>
        </p:nvSpPr>
        <p:spPr>
          <a:xfrm>
            <a:off x="2691019" y="759552"/>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B300AB90-900A-ECDB-448E-8C503C1B5B51}"/>
              </a:ext>
            </a:extLst>
          </p:cNvPr>
          <p:cNvSpPr txBox="1"/>
          <p:nvPr/>
        </p:nvSpPr>
        <p:spPr>
          <a:xfrm>
            <a:off x="2492237" y="2386114"/>
            <a:ext cx="7715250" cy="2535566"/>
          </a:xfrm>
          <a:prstGeom prst="rect">
            <a:avLst/>
          </a:prstGeom>
          <a:noFill/>
        </p:spPr>
        <p:txBody>
          <a:bodyPr wrap="square">
            <a:spAutoFit/>
          </a:bodyPr>
          <a:lstStyle/>
          <a:p>
            <a:pPr marL="342900" lvl="0" indent="-34290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E-Commerce Shopping Website is an online platform that allows customers to browse, search, and purchase products. </a:t>
            </a:r>
          </a:p>
          <a:p>
            <a:pPr marL="342900" lvl="0" indent="-34290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It provides a convenient shopping experience from anywhere and at any time. </a:t>
            </a:r>
          </a:p>
          <a:p>
            <a:pPr marL="342900" lvl="0" indent="-34290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system manages products, users, orders, and payments efficiently. </a:t>
            </a:r>
          </a:p>
          <a:p>
            <a:pPr marL="342900" lvl="0" indent="-34290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Administrators can monitor sales, inventory, and customer activities. </a:t>
            </a:r>
          </a:p>
          <a:p>
            <a:pPr marL="342900" lvl="0" indent="-34290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website ensures secure transactions and user-friendly navigation.</a:t>
            </a:r>
          </a:p>
        </p:txBody>
      </p:sp>
      <p:pic>
        <p:nvPicPr>
          <p:cNvPr id="7" name="Picture 6">
            <a:extLst>
              <a:ext uri="{FF2B5EF4-FFF2-40B4-BE49-F238E27FC236}">
                <a16:creationId xmlns:a16="http://schemas.microsoft.com/office/drawing/2014/main" id="{3A7737B8-9B20-C091-92DE-8557F15EF2F2}"/>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9" name="Picture 8">
            <a:extLst>
              <a:ext uri="{FF2B5EF4-FFF2-40B4-BE49-F238E27FC236}">
                <a16:creationId xmlns:a16="http://schemas.microsoft.com/office/drawing/2014/main" id="{57D141DD-3E18-3679-ED4F-A2EA2ADE36B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Tree>
    <p:extLst>
      <p:ext uri="{BB962C8B-B14F-4D97-AF65-F5344CB8AC3E}">
        <p14:creationId xmlns:p14="http://schemas.microsoft.com/office/powerpoint/2010/main" val="658278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3D618F-DE5C-2964-B815-E982EC23F3C9}"/>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6672A917-9A8C-F4EE-FA80-04950DA1C54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C6190CEB-A78D-37B0-E1E9-1E086EE88BD7}"/>
              </a:ext>
            </a:extLst>
          </p:cNvPr>
          <p:cNvSpPr txBox="1"/>
          <p:nvPr/>
        </p:nvSpPr>
        <p:spPr>
          <a:xfrm>
            <a:off x="2263636" y="2911592"/>
            <a:ext cx="7973668" cy="1754326"/>
          </a:xfrm>
          <a:prstGeom prst="rect">
            <a:avLst/>
          </a:prstGeom>
          <a:noFill/>
        </p:spPr>
        <p:txBody>
          <a:bodyPr wrap="square">
            <a:spAutoFit/>
          </a:bodyPr>
          <a:lstStyle/>
          <a:p>
            <a:pPr algn="just">
              <a:buNone/>
            </a:pPr>
            <a:r>
              <a:rPr lang="en-IN" dirty="0">
                <a:latin typeface="Times New Roman" panose="02020603050405020304" pitchFamily="18" charset="0"/>
                <a:cs typeface="Times New Roman" panose="02020603050405020304" pitchFamily="18" charset="0"/>
              </a:rPr>
              <a:t>The E-Commerce Shopping Website provides a secure and user-friendly platform for online purchasing. Customers can browse products, add items to a cart, place orders, and make online payments conveniently. The system helps businesses manage products, inventory, and customer orders efficiently. It also includes an admin dashboard for monitoring sales and generating reports. This project improves shopping convenience, business operations, and overall customer satisfaction.</a:t>
            </a:r>
          </a:p>
        </p:txBody>
      </p:sp>
      <p:sp>
        <p:nvSpPr>
          <p:cNvPr id="9" name="TextBox 8">
            <a:extLst>
              <a:ext uri="{FF2B5EF4-FFF2-40B4-BE49-F238E27FC236}">
                <a16:creationId xmlns:a16="http://schemas.microsoft.com/office/drawing/2014/main" id="{0D3B4901-674A-203C-4B84-08190315C009}"/>
              </a:ext>
            </a:extLst>
          </p:cNvPr>
          <p:cNvSpPr txBox="1"/>
          <p:nvPr/>
        </p:nvSpPr>
        <p:spPr>
          <a:xfrm>
            <a:off x="2551872" y="1198407"/>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Problem Statement</a:t>
            </a:r>
          </a:p>
        </p:txBody>
      </p:sp>
    </p:spTree>
    <p:extLst>
      <p:ext uri="{BB962C8B-B14F-4D97-AF65-F5344CB8AC3E}">
        <p14:creationId xmlns:p14="http://schemas.microsoft.com/office/powerpoint/2010/main" val="2361861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B875F5-BC47-5CB2-0CF4-609B0233A1C6}"/>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59B379B4-7410-B5C1-5244-51CB9D8C6BD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1D507D84-D058-5135-DDF4-3DB688BB5527}"/>
              </a:ext>
            </a:extLst>
          </p:cNvPr>
          <p:cNvSpPr txBox="1"/>
          <p:nvPr/>
        </p:nvSpPr>
        <p:spPr>
          <a:xfrm>
            <a:off x="2313332" y="1286325"/>
            <a:ext cx="7904094"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Motivation and Need for the Project</a:t>
            </a:r>
          </a:p>
        </p:txBody>
      </p:sp>
      <p:sp>
        <p:nvSpPr>
          <p:cNvPr id="9" name="TextBox 8">
            <a:extLst>
              <a:ext uri="{FF2B5EF4-FFF2-40B4-BE49-F238E27FC236}">
                <a16:creationId xmlns:a16="http://schemas.microsoft.com/office/drawing/2014/main" id="{B88A91DA-8332-CCAD-DEBE-61CBFFC3190B}"/>
              </a:ext>
            </a:extLst>
          </p:cNvPr>
          <p:cNvSpPr txBox="1"/>
          <p:nvPr/>
        </p:nvSpPr>
        <p:spPr>
          <a:xfrm>
            <a:off x="1846193" y="2205112"/>
            <a:ext cx="7904094" cy="3366563"/>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provide customers with a convenient way to shop online anytime and from anywhere.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reduce the time and effort required for purchasing products from physical stores.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help businesses efficiently manage products, orders, payments, and customer information.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improve customer satisfaction through secure transactions, easy navigation, and faster order processing.</a:t>
            </a:r>
          </a:p>
        </p:txBody>
      </p:sp>
    </p:spTree>
    <p:extLst>
      <p:ext uri="{BB962C8B-B14F-4D97-AF65-F5344CB8AC3E}">
        <p14:creationId xmlns:p14="http://schemas.microsoft.com/office/powerpoint/2010/main" val="2523216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04A015-B8AA-897A-EC98-20AB9FF15186}"/>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52FA96DB-97F8-3037-3BC1-240C776F177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88CF3991-0CA1-5F1B-8CE1-3B5AF190DDDD}"/>
              </a:ext>
            </a:extLst>
          </p:cNvPr>
          <p:cNvSpPr txBox="1"/>
          <p:nvPr/>
        </p:nvSpPr>
        <p:spPr>
          <a:xfrm>
            <a:off x="2452480" y="906020"/>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Objectives</a:t>
            </a:r>
          </a:p>
        </p:txBody>
      </p:sp>
      <p:sp>
        <p:nvSpPr>
          <p:cNvPr id="9" name="TextBox 8">
            <a:extLst>
              <a:ext uri="{FF2B5EF4-FFF2-40B4-BE49-F238E27FC236}">
                <a16:creationId xmlns:a16="http://schemas.microsoft.com/office/drawing/2014/main" id="{7033DCD5-58D3-A44E-3C35-546CD9892A3B}"/>
              </a:ext>
            </a:extLst>
          </p:cNvPr>
          <p:cNvSpPr txBox="1"/>
          <p:nvPr/>
        </p:nvSpPr>
        <p:spPr>
          <a:xfrm>
            <a:off x="2452480" y="2522019"/>
            <a:ext cx="6097656" cy="212006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 responsive online shopping platform.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Enable secure user registration and authentication.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Manage products and categories efficiently.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seamless cart and checkout functionality.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 reports and analytics for business management. </a:t>
            </a:r>
          </a:p>
        </p:txBody>
      </p:sp>
    </p:spTree>
    <p:extLst>
      <p:ext uri="{BB962C8B-B14F-4D97-AF65-F5344CB8AC3E}">
        <p14:creationId xmlns:p14="http://schemas.microsoft.com/office/powerpoint/2010/main" val="3323214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E6E6F60A-0E95-2AB2-A384-69908DC8D27A}"/>
              </a:ext>
            </a:extLst>
          </p:cNvPr>
          <p:cNvGraphicFramePr>
            <a:graphicFrameLocks noGrp="1"/>
          </p:cNvGraphicFramePr>
          <p:nvPr>
            <p:extLst>
              <p:ext uri="{D42A27DB-BD31-4B8C-83A1-F6EECF244321}">
                <p14:modId xmlns:p14="http://schemas.microsoft.com/office/powerpoint/2010/main" val="1904206125"/>
              </p:ext>
            </p:extLst>
          </p:nvPr>
        </p:nvGraphicFramePr>
        <p:xfrm>
          <a:off x="395907" y="964096"/>
          <a:ext cx="11400185" cy="5357192"/>
        </p:xfrm>
        <a:graphic>
          <a:graphicData uri="http://schemas.openxmlformats.org/drawingml/2006/table">
            <a:tbl>
              <a:tblPr firstRow="1" bandRow="1">
                <a:tableStyleId>{5C22544A-7EE6-4342-B048-85BDC9FD1C3A}</a:tableStyleId>
              </a:tblPr>
              <a:tblGrid>
                <a:gridCol w="737154">
                  <a:extLst>
                    <a:ext uri="{9D8B030D-6E8A-4147-A177-3AD203B41FA5}">
                      <a16:colId xmlns:a16="http://schemas.microsoft.com/office/drawing/2014/main" val="3659546719"/>
                    </a:ext>
                  </a:extLst>
                </a:gridCol>
                <a:gridCol w="3822920">
                  <a:extLst>
                    <a:ext uri="{9D8B030D-6E8A-4147-A177-3AD203B41FA5}">
                      <a16:colId xmlns:a16="http://schemas.microsoft.com/office/drawing/2014/main" val="3344697241"/>
                    </a:ext>
                  </a:extLst>
                </a:gridCol>
                <a:gridCol w="2280037">
                  <a:extLst>
                    <a:ext uri="{9D8B030D-6E8A-4147-A177-3AD203B41FA5}">
                      <a16:colId xmlns:a16="http://schemas.microsoft.com/office/drawing/2014/main" val="1589984604"/>
                    </a:ext>
                  </a:extLst>
                </a:gridCol>
                <a:gridCol w="2280037">
                  <a:extLst>
                    <a:ext uri="{9D8B030D-6E8A-4147-A177-3AD203B41FA5}">
                      <a16:colId xmlns:a16="http://schemas.microsoft.com/office/drawing/2014/main" val="601620181"/>
                    </a:ext>
                  </a:extLst>
                </a:gridCol>
                <a:gridCol w="2280037">
                  <a:extLst>
                    <a:ext uri="{9D8B030D-6E8A-4147-A177-3AD203B41FA5}">
                      <a16:colId xmlns:a16="http://schemas.microsoft.com/office/drawing/2014/main" val="3256206342"/>
                    </a:ext>
                  </a:extLst>
                </a:gridCol>
              </a:tblGrid>
              <a:tr h="552225">
                <a:tc>
                  <a:txBody>
                    <a:bodyPr/>
                    <a:lstStyle/>
                    <a:p>
                      <a:pPr>
                        <a:buNone/>
                      </a:pPr>
                      <a:r>
                        <a:rPr lang="en-IN"/>
                        <a:t>S. No</a:t>
                      </a:r>
                    </a:p>
                  </a:txBody>
                  <a:tcPr anchor="ctr"/>
                </a:tc>
                <a:tc>
                  <a:txBody>
                    <a:bodyPr/>
                    <a:lstStyle/>
                    <a:p>
                      <a:pPr>
                        <a:buNone/>
                      </a:pPr>
                      <a:r>
                        <a:rPr lang="en-IN"/>
                        <a:t>Details of the Journal</a:t>
                      </a:r>
                    </a:p>
                  </a:txBody>
                  <a:tcPr anchor="ctr"/>
                </a:tc>
                <a:tc>
                  <a:txBody>
                    <a:bodyPr/>
                    <a:lstStyle/>
                    <a:p>
                      <a:pPr>
                        <a:buNone/>
                      </a:pPr>
                      <a:r>
                        <a:rPr lang="en-IN"/>
                        <a:t>Methodology Used</a:t>
                      </a:r>
                    </a:p>
                  </a:txBody>
                  <a:tcPr anchor="ctr"/>
                </a:tc>
                <a:tc>
                  <a:txBody>
                    <a:bodyPr/>
                    <a:lstStyle/>
                    <a:p>
                      <a:pPr>
                        <a:buNone/>
                      </a:pPr>
                      <a:r>
                        <a:rPr lang="en-IN"/>
                        <a:t>Advantages</a:t>
                      </a:r>
                    </a:p>
                  </a:txBody>
                  <a:tcPr anchor="ctr"/>
                </a:tc>
                <a:tc>
                  <a:txBody>
                    <a:bodyPr/>
                    <a:lstStyle/>
                    <a:p>
                      <a:pPr>
                        <a:buNone/>
                      </a:pPr>
                      <a:r>
                        <a:rPr lang="en-IN"/>
                        <a:t>Disadvantages</a:t>
                      </a:r>
                    </a:p>
                  </a:txBody>
                  <a:tcPr anchor="ctr"/>
                </a:tc>
                <a:extLst>
                  <a:ext uri="{0D108BD9-81ED-4DB2-BD59-A6C34878D82A}">
                    <a16:rowId xmlns:a16="http://schemas.microsoft.com/office/drawing/2014/main" val="2519530374"/>
                  </a:ext>
                </a:extLst>
              </a:tr>
              <a:tr h="749300">
                <a:tc>
                  <a:txBody>
                    <a:bodyPr/>
                    <a:lstStyle/>
                    <a:p>
                      <a:pPr>
                        <a:buNone/>
                      </a:pPr>
                      <a:r>
                        <a:rPr lang="en-IN" b="1"/>
                        <a:t>1</a:t>
                      </a:r>
                      <a:endParaRPr lang="en-IN"/>
                    </a:p>
                  </a:txBody>
                  <a:tcPr anchor="ctr"/>
                </a:tc>
                <a:tc>
                  <a:txBody>
                    <a:bodyPr/>
                    <a:lstStyle/>
                    <a:p>
                      <a:pPr>
                        <a:buNone/>
                      </a:pPr>
                      <a:r>
                        <a:rPr lang="en-IN" dirty="0"/>
                        <a:t>Jansen et al. (2024) – </a:t>
                      </a:r>
                      <a:r>
                        <a:rPr lang="en-IN" i="1" dirty="0"/>
                        <a:t>Online Shopping Recommender Systems</a:t>
                      </a:r>
                      <a:endParaRPr lang="en-IN" dirty="0"/>
                    </a:p>
                  </a:txBody>
                  <a:tcPr anchor="ctr"/>
                </a:tc>
                <a:tc>
                  <a:txBody>
                    <a:bodyPr/>
                    <a:lstStyle/>
                    <a:p>
                      <a:pPr>
                        <a:buNone/>
                      </a:pPr>
                      <a:r>
                        <a:rPr lang="en-IN"/>
                        <a:t>Recommender System</a:t>
                      </a:r>
                    </a:p>
                  </a:txBody>
                  <a:tcPr anchor="ctr"/>
                </a:tc>
                <a:tc>
                  <a:txBody>
                    <a:bodyPr/>
                    <a:lstStyle/>
                    <a:p>
                      <a:pPr>
                        <a:buNone/>
                      </a:pPr>
                      <a:r>
                        <a:rPr lang="en-IN"/>
                        <a:t>Personalized suggestions</a:t>
                      </a:r>
                    </a:p>
                  </a:txBody>
                  <a:tcPr anchor="ctr"/>
                </a:tc>
                <a:tc>
                  <a:txBody>
                    <a:bodyPr/>
                    <a:lstStyle/>
                    <a:p>
                      <a:pPr>
                        <a:buNone/>
                      </a:pPr>
                      <a:r>
                        <a:rPr lang="en-IN"/>
                        <a:t>Needs user data</a:t>
                      </a:r>
                    </a:p>
                  </a:txBody>
                  <a:tcPr anchor="ctr"/>
                </a:tc>
                <a:extLst>
                  <a:ext uri="{0D108BD9-81ED-4DB2-BD59-A6C34878D82A}">
                    <a16:rowId xmlns:a16="http://schemas.microsoft.com/office/drawing/2014/main" val="3213729356"/>
                  </a:ext>
                </a:extLst>
              </a:tr>
              <a:tr h="921245">
                <a:tc>
                  <a:txBody>
                    <a:bodyPr/>
                    <a:lstStyle/>
                    <a:p>
                      <a:pPr>
                        <a:buNone/>
                      </a:pPr>
                      <a:r>
                        <a:rPr lang="en-IN" b="1"/>
                        <a:t>2</a:t>
                      </a:r>
                      <a:endParaRPr lang="en-IN"/>
                    </a:p>
                  </a:txBody>
                  <a:tcPr anchor="ctr"/>
                </a:tc>
                <a:tc>
                  <a:txBody>
                    <a:bodyPr/>
                    <a:lstStyle/>
                    <a:p>
                      <a:pPr>
                        <a:buNone/>
                      </a:pPr>
                      <a:r>
                        <a:rPr lang="en-IN"/>
                        <a:t>Wu (2024) – </a:t>
                      </a:r>
                      <a:r>
                        <a:rPr lang="en-IN" i="1"/>
                        <a:t>E-Commerce Recommender Systems</a:t>
                      </a:r>
                      <a:endParaRPr lang="en-IN"/>
                    </a:p>
                  </a:txBody>
                  <a:tcPr anchor="ctr"/>
                </a:tc>
                <a:tc>
                  <a:txBody>
                    <a:bodyPr/>
                    <a:lstStyle/>
                    <a:p>
                      <a:pPr>
                        <a:buNone/>
                      </a:pPr>
                      <a:r>
                        <a:rPr lang="en-IN"/>
                        <a:t>Collaborative Filtering</a:t>
                      </a:r>
                    </a:p>
                  </a:txBody>
                  <a:tcPr anchor="ctr"/>
                </a:tc>
                <a:tc>
                  <a:txBody>
                    <a:bodyPr/>
                    <a:lstStyle/>
                    <a:p>
                      <a:pPr>
                        <a:buNone/>
                      </a:pPr>
                      <a:r>
                        <a:rPr lang="en-IN"/>
                        <a:t>Better product recommendations</a:t>
                      </a:r>
                    </a:p>
                  </a:txBody>
                  <a:tcPr anchor="ctr"/>
                </a:tc>
                <a:tc>
                  <a:txBody>
                    <a:bodyPr/>
                    <a:lstStyle/>
                    <a:p>
                      <a:pPr>
                        <a:buNone/>
                      </a:pPr>
                      <a:r>
                        <a:rPr lang="en-IN"/>
                        <a:t>Cold-start problem</a:t>
                      </a:r>
                    </a:p>
                  </a:txBody>
                  <a:tcPr anchor="ctr"/>
                </a:tc>
                <a:extLst>
                  <a:ext uri="{0D108BD9-81ED-4DB2-BD59-A6C34878D82A}">
                    <a16:rowId xmlns:a16="http://schemas.microsoft.com/office/drawing/2014/main" val="804877735"/>
                  </a:ext>
                </a:extLst>
              </a:tr>
              <a:tr h="897623">
                <a:tc>
                  <a:txBody>
                    <a:bodyPr/>
                    <a:lstStyle/>
                    <a:p>
                      <a:pPr>
                        <a:buNone/>
                      </a:pPr>
                      <a:r>
                        <a:rPr lang="en-IN" b="1"/>
                        <a:t>3</a:t>
                      </a:r>
                      <a:endParaRPr lang="en-IN"/>
                    </a:p>
                  </a:txBody>
                  <a:tcPr anchor="ctr"/>
                </a:tc>
                <a:tc>
                  <a:txBody>
                    <a:bodyPr/>
                    <a:lstStyle/>
                    <a:p>
                      <a:pPr>
                        <a:buNone/>
                      </a:pPr>
                      <a:r>
                        <a:rPr lang="en-IN"/>
                        <a:t>Bodduluri et al. (2024) – </a:t>
                      </a:r>
                      <a:r>
                        <a:rPr lang="en-IN" i="1"/>
                        <a:t>Hybrid Recommendation Systems</a:t>
                      </a:r>
                      <a:endParaRPr lang="en-IN"/>
                    </a:p>
                  </a:txBody>
                  <a:tcPr anchor="ctr"/>
                </a:tc>
                <a:tc>
                  <a:txBody>
                    <a:bodyPr/>
                    <a:lstStyle/>
                    <a:p>
                      <a:pPr>
                        <a:buNone/>
                      </a:pPr>
                      <a:r>
                        <a:rPr lang="en-IN"/>
                        <a:t>Hybrid Method</a:t>
                      </a:r>
                    </a:p>
                  </a:txBody>
                  <a:tcPr anchor="ctr"/>
                </a:tc>
                <a:tc>
                  <a:txBody>
                    <a:bodyPr/>
                    <a:lstStyle/>
                    <a:p>
                      <a:pPr>
                        <a:buNone/>
                      </a:pPr>
                      <a:r>
                        <a:rPr lang="en-IN"/>
                        <a:t>Improved personalization</a:t>
                      </a:r>
                    </a:p>
                  </a:txBody>
                  <a:tcPr anchor="ctr"/>
                </a:tc>
                <a:tc>
                  <a:txBody>
                    <a:bodyPr/>
                    <a:lstStyle/>
                    <a:p>
                      <a:pPr>
                        <a:buNone/>
                      </a:pPr>
                      <a:r>
                        <a:rPr lang="en-IN"/>
                        <a:t>Complex implementation</a:t>
                      </a:r>
                    </a:p>
                  </a:txBody>
                  <a:tcPr anchor="ctr"/>
                </a:tc>
                <a:extLst>
                  <a:ext uri="{0D108BD9-81ED-4DB2-BD59-A6C34878D82A}">
                    <a16:rowId xmlns:a16="http://schemas.microsoft.com/office/drawing/2014/main" val="3589264503"/>
                  </a:ext>
                </a:extLst>
              </a:tr>
              <a:tr h="690569">
                <a:tc>
                  <a:txBody>
                    <a:bodyPr/>
                    <a:lstStyle/>
                    <a:p>
                      <a:pPr>
                        <a:buNone/>
                      </a:pPr>
                      <a:r>
                        <a:rPr lang="en-IN" b="1"/>
                        <a:t>4</a:t>
                      </a:r>
                      <a:endParaRPr lang="en-IN"/>
                    </a:p>
                  </a:txBody>
                  <a:tcPr anchor="ctr"/>
                </a:tc>
                <a:tc>
                  <a:txBody>
                    <a:bodyPr/>
                    <a:lstStyle/>
                    <a:p>
                      <a:pPr>
                        <a:buNone/>
                      </a:pPr>
                      <a:r>
                        <a:rPr lang="en-IN"/>
                        <a:t>Paraschakis &amp; Nilsson (2024) – </a:t>
                      </a:r>
                      <a:r>
                        <a:rPr lang="en-IN" i="1"/>
                        <a:t>AI in E-Commerce</a:t>
                      </a:r>
                      <a:endParaRPr lang="en-IN"/>
                    </a:p>
                  </a:txBody>
                  <a:tcPr anchor="ctr"/>
                </a:tc>
                <a:tc>
                  <a:txBody>
                    <a:bodyPr/>
                    <a:lstStyle/>
                    <a:p>
                      <a:pPr>
                        <a:buNone/>
                      </a:pPr>
                      <a:r>
                        <a:rPr lang="en-IN"/>
                        <a:t>AI &amp; Data Mining</a:t>
                      </a:r>
                    </a:p>
                  </a:txBody>
                  <a:tcPr anchor="ctr"/>
                </a:tc>
                <a:tc>
                  <a:txBody>
                    <a:bodyPr/>
                    <a:lstStyle/>
                    <a:p>
                      <a:pPr>
                        <a:buNone/>
                      </a:pPr>
                      <a:r>
                        <a:rPr lang="en-IN"/>
                        <a:t>Improves customer experience</a:t>
                      </a:r>
                    </a:p>
                  </a:txBody>
                  <a:tcPr anchor="ctr"/>
                </a:tc>
                <a:tc>
                  <a:txBody>
                    <a:bodyPr/>
                    <a:lstStyle/>
                    <a:p>
                      <a:pPr>
                        <a:buNone/>
                      </a:pPr>
                      <a:r>
                        <a:rPr lang="en-IN"/>
                        <a:t>Requires large data</a:t>
                      </a:r>
                    </a:p>
                  </a:txBody>
                  <a:tcPr anchor="ctr"/>
                </a:tc>
                <a:extLst>
                  <a:ext uri="{0D108BD9-81ED-4DB2-BD59-A6C34878D82A}">
                    <a16:rowId xmlns:a16="http://schemas.microsoft.com/office/drawing/2014/main" val="3691719715"/>
                  </a:ext>
                </a:extLst>
              </a:tr>
              <a:tr h="1546230">
                <a:tc>
                  <a:txBody>
                    <a:bodyPr/>
                    <a:lstStyle/>
                    <a:p>
                      <a:pPr>
                        <a:buNone/>
                      </a:pPr>
                      <a:r>
                        <a:rPr lang="en-IN" b="1"/>
                        <a:t>5</a:t>
                      </a:r>
                      <a:endParaRPr lang="en-IN"/>
                    </a:p>
                  </a:txBody>
                  <a:tcPr anchor="ctr"/>
                </a:tc>
                <a:tc>
                  <a:txBody>
                    <a:bodyPr/>
                    <a:lstStyle/>
                    <a:p>
                      <a:pPr>
                        <a:buNone/>
                      </a:pPr>
                      <a:r>
                        <a:rPr lang="en-IN"/>
                        <a:t>Kathriarachchi et al. (2024) – </a:t>
                      </a:r>
                      <a:r>
                        <a:rPr lang="en-IN" i="1"/>
                        <a:t>Risks of E-Commerce Recommender Systems</a:t>
                      </a:r>
                      <a:endParaRPr lang="en-IN"/>
                    </a:p>
                  </a:txBody>
                  <a:tcPr anchor="ctr"/>
                </a:tc>
                <a:tc>
                  <a:txBody>
                    <a:bodyPr/>
                    <a:lstStyle/>
                    <a:p>
                      <a:pPr>
                        <a:buNone/>
                      </a:pPr>
                      <a:r>
                        <a:rPr lang="en-IN"/>
                        <a:t>Risk Analysis</a:t>
                      </a:r>
                    </a:p>
                  </a:txBody>
                  <a:tcPr anchor="ctr"/>
                </a:tc>
                <a:tc>
                  <a:txBody>
                    <a:bodyPr/>
                    <a:lstStyle/>
                    <a:p>
                      <a:pPr>
                        <a:buNone/>
                      </a:pPr>
                      <a:r>
                        <a:rPr lang="en-IN"/>
                        <a:t>Identifies security risks</a:t>
                      </a:r>
                    </a:p>
                  </a:txBody>
                  <a:tcPr anchor="ctr"/>
                </a:tc>
                <a:tc>
                  <a:txBody>
                    <a:bodyPr/>
                    <a:lstStyle/>
                    <a:p>
                      <a:pPr>
                        <a:buNone/>
                      </a:pPr>
                      <a:r>
                        <a:rPr lang="en-IN" dirty="0"/>
                        <a:t>Privacy concerns</a:t>
                      </a:r>
                    </a:p>
                  </a:txBody>
                  <a:tcPr anchor="ctr"/>
                </a:tc>
                <a:extLst>
                  <a:ext uri="{0D108BD9-81ED-4DB2-BD59-A6C34878D82A}">
                    <a16:rowId xmlns:a16="http://schemas.microsoft.com/office/drawing/2014/main" val="3675157043"/>
                  </a:ext>
                </a:extLst>
              </a:tr>
            </a:tbl>
          </a:graphicData>
        </a:graphic>
      </p:graphicFrame>
      <p:pic>
        <p:nvPicPr>
          <p:cNvPr id="7" name="Picture 6">
            <a:extLst>
              <a:ext uri="{FF2B5EF4-FFF2-40B4-BE49-F238E27FC236}">
                <a16:creationId xmlns:a16="http://schemas.microsoft.com/office/drawing/2014/main" id="{72B4898D-4DE9-2380-ADB4-CB3B0F74AB47}"/>
              </a:ext>
            </a:extLst>
          </p:cNvPr>
          <p:cNvPicPr>
            <a:picLocks noChangeAspect="1"/>
          </p:cNvPicPr>
          <p:nvPr/>
        </p:nvPicPr>
        <p:blipFill>
          <a:blip r:embed="rId2"/>
          <a:stretch>
            <a:fillRect/>
          </a:stretch>
        </p:blipFill>
        <p:spPr>
          <a:xfrm>
            <a:off x="173792" y="0"/>
            <a:ext cx="760487" cy="901082"/>
          </a:xfrm>
          <a:prstGeom prst="rect">
            <a:avLst/>
          </a:prstGeom>
        </p:spPr>
      </p:pic>
      <p:pic>
        <p:nvPicPr>
          <p:cNvPr id="9" name="Picture 8">
            <a:extLst>
              <a:ext uri="{FF2B5EF4-FFF2-40B4-BE49-F238E27FC236}">
                <a16:creationId xmlns:a16="http://schemas.microsoft.com/office/drawing/2014/main" id="{4E050F96-C337-77C1-7BF8-489876CBBDA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837642" y="151220"/>
            <a:ext cx="958450" cy="623023"/>
          </a:xfrm>
          <a:prstGeom prst="rect">
            <a:avLst/>
          </a:prstGeom>
          <a:noFill/>
          <a:ln>
            <a:noFill/>
          </a:ln>
        </p:spPr>
      </p:pic>
      <p:sp>
        <p:nvSpPr>
          <p:cNvPr id="11" name="TextBox 10">
            <a:extLst>
              <a:ext uri="{FF2B5EF4-FFF2-40B4-BE49-F238E27FC236}">
                <a16:creationId xmlns:a16="http://schemas.microsoft.com/office/drawing/2014/main" id="{1E71CF89-2D70-8003-E993-E1804411DC7D}"/>
              </a:ext>
            </a:extLst>
          </p:cNvPr>
          <p:cNvSpPr txBox="1"/>
          <p:nvPr/>
        </p:nvSpPr>
        <p:spPr>
          <a:xfrm>
            <a:off x="1577837" y="244324"/>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Literature Review </a:t>
            </a:r>
          </a:p>
        </p:txBody>
      </p:sp>
    </p:spTree>
    <p:extLst>
      <p:ext uri="{BB962C8B-B14F-4D97-AF65-F5344CB8AC3E}">
        <p14:creationId xmlns:p14="http://schemas.microsoft.com/office/powerpoint/2010/main" val="939166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2EF6ED-DC47-0CC9-161B-2D9655C71667}"/>
              </a:ext>
            </a:extLst>
          </p:cNvPr>
          <p:cNvSpPr txBox="1"/>
          <p:nvPr/>
        </p:nvSpPr>
        <p:spPr>
          <a:xfrm>
            <a:off x="2581688" y="670099"/>
            <a:ext cx="7665555"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Existing System and Its Limitations</a:t>
            </a:r>
          </a:p>
        </p:txBody>
      </p:sp>
      <p:pic>
        <p:nvPicPr>
          <p:cNvPr id="5" name="Picture 4">
            <a:extLst>
              <a:ext uri="{FF2B5EF4-FFF2-40B4-BE49-F238E27FC236}">
                <a16:creationId xmlns:a16="http://schemas.microsoft.com/office/drawing/2014/main" id="{4D2639F7-6766-20CF-2866-2E04F51CC870}"/>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7" name="Picture 6">
            <a:extLst>
              <a:ext uri="{FF2B5EF4-FFF2-40B4-BE49-F238E27FC236}">
                <a16:creationId xmlns:a16="http://schemas.microsoft.com/office/drawing/2014/main" id="{A72B8C9D-03AB-88A8-DFEC-2E8C411A16B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9" name="TextBox 8">
            <a:extLst>
              <a:ext uri="{FF2B5EF4-FFF2-40B4-BE49-F238E27FC236}">
                <a16:creationId xmlns:a16="http://schemas.microsoft.com/office/drawing/2014/main" id="{6987910F-D239-583E-CA30-1A823E1A2EC6}"/>
              </a:ext>
            </a:extLst>
          </p:cNvPr>
          <p:cNvSpPr txBox="1"/>
          <p:nvPr/>
        </p:nvSpPr>
        <p:spPr>
          <a:xfrm>
            <a:off x="1736862" y="2495444"/>
            <a:ext cx="9017278" cy="2535566"/>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Existing e-commerce systems mainly provide basic product browsing, shopping cart, and online ordering features.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Some platforms have complex interfaces that may be difficult for new users to navigate.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Product recommendations are often limited or not personalized to individual customers.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Inventory and order updates may not always be available in real time.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Basic systems provide limited sales analysis and reporting features for administrators. </a:t>
            </a:r>
          </a:p>
        </p:txBody>
      </p:sp>
    </p:spTree>
    <p:extLst>
      <p:ext uri="{BB962C8B-B14F-4D97-AF65-F5344CB8AC3E}">
        <p14:creationId xmlns:p14="http://schemas.microsoft.com/office/powerpoint/2010/main" val="3864200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F32DC7-EC7D-9F3C-6D5E-5E267A8BA756}"/>
              </a:ext>
            </a:extLst>
          </p:cNvPr>
          <p:cNvSpPr txBox="1"/>
          <p:nvPr/>
        </p:nvSpPr>
        <p:spPr>
          <a:xfrm>
            <a:off x="2283515" y="870490"/>
            <a:ext cx="8043241"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Proposed System and Novel Features</a:t>
            </a:r>
          </a:p>
        </p:txBody>
      </p:sp>
      <p:pic>
        <p:nvPicPr>
          <p:cNvPr id="5" name="Picture 4">
            <a:extLst>
              <a:ext uri="{FF2B5EF4-FFF2-40B4-BE49-F238E27FC236}">
                <a16:creationId xmlns:a16="http://schemas.microsoft.com/office/drawing/2014/main" id="{B410D41F-AEC6-1B19-DE26-0FFA8BAE7B8F}"/>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7" name="Picture 6">
            <a:extLst>
              <a:ext uri="{FF2B5EF4-FFF2-40B4-BE49-F238E27FC236}">
                <a16:creationId xmlns:a16="http://schemas.microsoft.com/office/drawing/2014/main" id="{E35BCFEB-9D4D-B5F9-385B-2BBC3A38B5D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9" name="TextBox 8">
            <a:extLst>
              <a:ext uri="{FF2B5EF4-FFF2-40B4-BE49-F238E27FC236}">
                <a16:creationId xmlns:a16="http://schemas.microsoft.com/office/drawing/2014/main" id="{78BCE6E6-2B6F-C1AA-929F-B8AAEE882F56}"/>
              </a:ext>
            </a:extLst>
          </p:cNvPr>
          <p:cNvSpPr txBox="1"/>
          <p:nvPr/>
        </p:nvSpPr>
        <p:spPr>
          <a:xfrm>
            <a:off x="2084731" y="2207857"/>
            <a:ext cx="8440807" cy="3366563"/>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 web-based E-Commerce Shopping Website that allows users to browse, search, and purchase products online.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secure user registration, login, shopping cart, and online payment facilities.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Include a personalized product recommendation feature based on user preferences and purchase history.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Offer real-time inventory updates and order tracking for better user experience.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an admin dashboard with sales analytics, inventory monitoring, and report generation for effective business management. </a:t>
            </a:r>
          </a:p>
        </p:txBody>
      </p:sp>
    </p:spTree>
    <p:extLst>
      <p:ext uri="{BB962C8B-B14F-4D97-AF65-F5344CB8AC3E}">
        <p14:creationId xmlns:p14="http://schemas.microsoft.com/office/powerpoint/2010/main" val="1272973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1B4992-5826-B574-585E-F4D64DB5A8FF}"/>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317C749E-7F77-DF11-0E69-A316C06FEB4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6" name="TextBox 5">
            <a:extLst>
              <a:ext uri="{FF2B5EF4-FFF2-40B4-BE49-F238E27FC236}">
                <a16:creationId xmlns:a16="http://schemas.microsoft.com/office/drawing/2014/main" id="{1249F047-C55F-D23D-1A68-AE730E1A8784}"/>
              </a:ext>
            </a:extLst>
          </p:cNvPr>
          <p:cNvSpPr txBox="1"/>
          <p:nvPr/>
        </p:nvSpPr>
        <p:spPr>
          <a:xfrm>
            <a:off x="4073058" y="313193"/>
            <a:ext cx="3840475" cy="584775"/>
          </a:xfrm>
          <a:prstGeom prst="rect">
            <a:avLst/>
          </a:prstGeom>
          <a:noFill/>
        </p:spPr>
        <p:txBody>
          <a:bodyPr wrap="none" rtlCol="0">
            <a:spAutoFit/>
          </a:bodyPr>
          <a:lstStyle/>
          <a:p>
            <a:r>
              <a:rPr lang="en-IN" sz="3200" b="1" dirty="0">
                <a:latin typeface="Times New Roman" panose="02020603050405020304" pitchFamily="18" charset="0"/>
                <a:cs typeface="Times New Roman" panose="02020603050405020304" pitchFamily="18" charset="0"/>
              </a:rPr>
              <a:t>System Architecture </a:t>
            </a:r>
          </a:p>
        </p:txBody>
      </p:sp>
      <p:pic>
        <p:nvPicPr>
          <p:cNvPr id="8" name="Picture 7">
            <a:extLst>
              <a:ext uri="{FF2B5EF4-FFF2-40B4-BE49-F238E27FC236}">
                <a16:creationId xmlns:a16="http://schemas.microsoft.com/office/drawing/2014/main" id="{D94EC332-2281-F9FF-E205-FE205FFA6649}"/>
              </a:ext>
            </a:extLst>
          </p:cNvPr>
          <p:cNvPicPr>
            <a:picLocks noChangeAspect="1"/>
          </p:cNvPicPr>
          <p:nvPr/>
        </p:nvPicPr>
        <p:blipFill>
          <a:blip r:embed="rId4"/>
          <a:stretch>
            <a:fillRect/>
          </a:stretch>
        </p:blipFill>
        <p:spPr>
          <a:xfrm>
            <a:off x="2015158" y="1162878"/>
            <a:ext cx="8161683" cy="5441122"/>
          </a:xfrm>
          <a:prstGeom prst="rect">
            <a:avLst/>
          </a:prstGeom>
        </p:spPr>
      </p:pic>
    </p:spTree>
    <p:extLst>
      <p:ext uri="{BB962C8B-B14F-4D97-AF65-F5344CB8AC3E}">
        <p14:creationId xmlns:p14="http://schemas.microsoft.com/office/powerpoint/2010/main" val="59943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4C7759-3E45-5483-4EE9-338EF1E58E04}"/>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B918690B-34E1-98DD-8350-DD6834DF4FD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9F820E3A-06C9-0B3D-894D-E9C25F654C24}"/>
              </a:ext>
            </a:extLst>
          </p:cNvPr>
          <p:cNvSpPr txBox="1"/>
          <p:nvPr/>
        </p:nvSpPr>
        <p:spPr>
          <a:xfrm>
            <a:off x="2233819" y="1162878"/>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Module 1: User Management</a:t>
            </a:r>
          </a:p>
        </p:txBody>
      </p:sp>
      <p:sp>
        <p:nvSpPr>
          <p:cNvPr id="9" name="TextBox 8">
            <a:extLst>
              <a:ext uri="{FF2B5EF4-FFF2-40B4-BE49-F238E27FC236}">
                <a16:creationId xmlns:a16="http://schemas.microsoft.com/office/drawing/2014/main" id="{B13B72B7-BCB8-4B95-15D9-D9321508920D}"/>
              </a:ext>
            </a:extLst>
          </p:cNvPr>
          <p:cNvSpPr txBox="1"/>
          <p:nvPr/>
        </p:nvSpPr>
        <p:spPr>
          <a:xfrm>
            <a:off x="3048828" y="2690336"/>
            <a:ext cx="6097656" cy="212006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New users can create an account.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Existing users can log in securely.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update their profile information.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change or reset their passwords.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stores user details safely.</a:t>
            </a:r>
          </a:p>
        </p:txBody>
      </p:sp>
    </p:spTree>
    <p:extLst>
      <p:ext uri="{BB962C8B-B14F-4D97-AF65-F5344CB8AC3E}">
        <p14:creationId xmlns:p14="http://schemas.microsoft.com/office/powerpoint/2010/main" val="3997479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CF6C9B-C144-A189-B073-6F145B2D6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113" y="2185284"/>
            <a:ext cx="5552661" cy="2903220"/>
          </a:xfrm>
          <a:prstGeom prst="rect">
            <a:avLst/>
          </a:prstGeom>
        </p:spPr>
      </p:pic>
      <p:pic>
        <p:nvPicPr>
          <p:cNvPr id="5" name="Picture 4">
            <a:extLst>
              <a:ext uri="{FF2B5EF4-FFF2-40B4-BE49-F238E27FC236}">
                <a16:creationId xmlns:a16="http://schemas.microsoft.com/office/drawing/2014/main" id="{ABC3F34C-8DC0-3D22-20B6-519F89B3AB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0774" y="2272699"/>
            <a:ext cx="6023113" cy="2815805"/>
          </a:xfrm>
          <a:prstGeom prst="rect">
            <a:avLst/>
          </a:prstGeom>
        </p:spPr>
      </p:pic>
      <p:pic>
        <p:nvPicPr>
          <p:cNvPr id="7" name="Picture 6">
            <a:extLst>
              <a:ext uri="{FF2B5EF4-FFF2-40B4-BE49-F238E27FC236}">
                <a16:creationId xmlns:a16="http://schemas.microsoft.com/office/drawing/2014/main" id="{4A21ABCC-BEC9-B6E7-EFB9-67E4159B845A}"/>
              </a:ext>
            </a:extLst>
          </p:cNvPr>
          <p:cNvPicPr>
            <a:picLocks noChangeAspect="1"/>
          </p:cNvPicPr>
          <p:nvPr/>
        </p:nvPicPr>
        <p:blipFill>
          <a:blip r:embed="rId4"/>
          <a:stretch>
            <a:fillRect/>
          </a:stretch>
        </p:blipFill>
        <p:spPr>
          <a:xfrm>
            <a:off x="114156" y="36211"/>
            <a:ext cx="1227627" cy="1454584"/>
          </a:xfrm>
          <a:prstGeom prst="rect">
            <a:avLst/>
          </a:prstGeom>
        </p:spPr>
      </p:pic>
      <p:pic>
        <p:nvPicPr>
          <p:cNvPr id="9" name="Picture 8">
            <a:extLst>
              <a:ext uri="{FF2B5EF4-FFF2-40B4-BE49-F238E27FC236}">
                <a16:creationId xmlns:a16="http://schemas.microsoft.com/office/drawing/2014/main" id="{9ECD0406-326E-085E-29DA-F8CD3FDA6BB8}"/>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Tree>
    <p:extLst>
      <p:ext uri="{BB962C8B-B14F-4D97-AF65-F5344CB8AC3E}">
        <p14:creationId xmlns:p14="http://schemas.microsoft.com/office/powerpoint/2010/main" val="1782261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6D53DB-EDD6-AAD8-9C69-E090CBCFC203}"/>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8ABD03C3-A760-93F4-5987-6F72F75FA6F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6723BCEC-D1DF-AD2C-2370-EDCBC442E982}"/>
              </a:ext>
            </a:extLst>
          </p:cNvPr>
          <p:cNvSpPr txBox="1"/>
          <p:nvPr/>
        </p:nvSpPr>
        <p:spPr>
          <a:xfrm>
            <a:off x="2641324" y="1017969"/>
            <a:ext cx="6097656" cy="584775"/>
          </a:xfrm>
          <a:prstGeom prst="rect">
            <a:avLst/>
          </a:prstGeom>
          <a:noFill/>
        </p:spPr>
        <p:txBody>
          <a:bodyPr wrap="square">
            <a:spAutoFit/>
          </a:bodyPr>
          <a:lstStyle/>
          <a:p>
            <a:pPr>
              <a:buNone/>
            </a:pPr>
            <a:r>
              <a:rPr lang="en-IN" sz="3200" b="1" dirty="0">
                <a:latin typeface="Times New Roman" panose="02020603050405020304" pitchFamily="18" charset="0"/>
                <a:cs typeface="Times New Roman" panose="02020603050405020304" pitchFamily="18" charset="0"/>
              </a:rPr>
              <a:t>Module 2: Product Management</a:t>
            </a:r>
          </a:p>
        </p:txBody>
      </p:sp>
      <p:sp>
        <p:nvSpPr>
          <p:cNvPr id="9" name="TextBox 8">
            <a:extLst>
              <a:ext uri="{FF2B5EF4-FFF2-40B4-BE49-F238E27FC236}">
                <a16:creationId xmlns:a16="http://schemas.microsoft.com/office/drawing/2014/main" id="{0B0FEFEA-1533-6EB5-7B98-A10B4721704E}"/>
              </a:ext>
            </a:extLst>
          </p:cNvPr>
          <p:cNvSpPr txBox="1"/>
          <p:nvPr/>
        </p:nvSpPr>
        <p:spPr>
          <a:xfrm>
            <a:off x="3048828" y="2690336"/>
            <a:ext cx="6097656" cy="212006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Admin can add new products to the website.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Admin can edit product details and prices.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Admin can remove unavailable products.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Products are organized into categories.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Stock availability is updated automatically.</a:t>
            </a:r>
          </a:p>
        </p:txBody>
      </p:sp>
    </p:spTree>
    <p:extLst>
      <p:ext uri="{BB962C8B-B14F-4D97-AF65-F5344CB8AC3E}">
        <p14:creationId xmlns:p14="http://schemas.microsoft.com/office/powerpoint/2010/main" val="2767572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759D77-4941-3454-9B96-9E18E11442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2209" y="1785068"/>
            <a:ext cx="9823173" cy="4715123"/>
          </a:xfrm>
          <a:prstGeom prst="rect">
            <a:avLst/>
          </a:prstGeom>
        </p:spPr>
      </p:pic>
      <p:pic>
        <p:nvPicPr>
          <p:cNvPr id="5" name="Picture 4">
            <a:extLst>
              <a:ext uri="{FF2B5EF4-FFF2-40B4-BE49-F238E27FC236}">
                <a16:creationId xmlns:a16="http://schemas.microsoft.com/office/drawing/2014/main" id="{CE1487D6-4AFF-A9EE-57BE-09113B936481}"/>
              </a:ext>
            </a:extLst>
          </p:cNvPr>
          <p:cNvPicPr>
            <a:picLocks noChangeAspect="1"/>
          </p:cNvPicPr>
          <p:nvPr/>
        </p:nvPicPr>
        <p:blipFill>
          <a:blip r:embed="rId3"/>
          <a:stretch>
            <a:fillRect/>
          </a:stretch>
        </p:blipFill>
        <p:spPr>
          <a:xfrm>
            <a:off x="114156" y="36211"/>
            <a:ext cx="1227627" cy="1454584"/>
          </a:xfrm>
          <a:prstGeom prst="rect">
            <a:avLst/>
          </a:prstGeom>
        </p:spPr>
      </p:pic>
      <p:pic>
        <p:nvPicPr>
          <p:cNvPr id="7" name="Picture 6">
            <a:extLst>
              <a:ext uri="{FF2B5EF4-FFF2-40B4-BE49-F238E27FC236}">
                <a16:creationId xmlns:a16="http://schemas.microsoft.com/office/drawing/2014/main" id="{61FA26C8-0473-2D8A-F481-C94C010A4B55}"/>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Tree>
    <p:extLst>
      <p:ext uri="{BB962C8B-B14F-4D97-AF65-F5344CB8AC3E}">
        <p14:creationId xmlns:p14="http://schemas.microsoft.com/office/powerpoint/2010/main" val="2410630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A31075-2964-5D14-7F90-E9826DBFA9EF}"/>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63DEF50E-F9F9-E6EE-8619-D2D258C56E9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8BA4C58B-C43E-E418-D065-2721FBAFEB7B}"/>
              </a:ext>
            </a:extLst>
          </p:cNvPr>
          <p:cNvSpPr txBox="1"/>
          <p:nvPr/>
        </p:nvSpPr>
        <p:spPr>
          <a:xfrm>
            <a:off x="2681080" y="1198407"/>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Module 3: Shopping Cart</a:t>
            </a:r>
          </a:p>
        </p:txBody>
      </p:sp>
      <p:sp>
        <p:nvSpPr>
          <p:cNvPr id="9" name="TextBox 8">
            <a:extLst>
              <a:ext uri="{FF2B5EF4-FFF2-40B4-BE49-F238E27FC236}">
                <a16:creationId xmlns:a16="http://schemas.microsoft.com/office/drawing/2014/main" id="{DB14F5C5-1EC2-ED03-CD77-67055C40D4B4}"/>
              </a:ext>
            </a:extLst>
          </p:cNvPr>
          <p:cNvSpPr txBox="1"/>
          <p:nvPr/>
        </p:nvSpPr>
        <p:spPr>
          <a:xfrm>
            <a:off x="3048828" y="2690336"/>
            <a:ext cx="6097656" cy="212006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add products to their cart.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change the quantity of items.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remove products from the cart.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cart shows the total amount to be paid.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Cart items are saved until checkout.</a:t>
            </a:r>
          </a:p>
        </p:txBody>
      </p:sp>
    </p:spTree>
    <p:extLst>
      <p:ext uri="{BB962C8B-B14F-4D97-AF65-F5344CB8AC3E}">
        <p14:creationId xmlns:p14="http://schemas.microsoft.com/office/powerpoint/2010/main" val="864713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F5ABAF-7E4B-9204-56F3-E83DE0DB3E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448" y="1657516"/>
            <a:ext cx="10764078" cy="4830380"/>
          </a:xfrm>
          <a:prstGeom prst="rect">
            <a:avLst/>
          </a:prstGeom>
        </p:spPr>
      </p:pic>
      <p:pic>
        <p:nvPicPr>
          <p:cNvPr id="5" name="Picture 4">
            <a:extLst>
              <a:ext uri="{FF2B5EF4-FFF2-40B4-BE49-F238E27FC236}">
                <a16:creationId xmlns:a16="http://schemas.microsoft.com/office/drawing/2014/main" id="{37F9F10A-642F-9DBF-CC31-9F90E3F8C18F}"/>
              </a:ext>
            </a:extLst>
          </p:cNvPr>
          <p:cNvPicPr>
            <a:picLocks noChangeAspect="1"/>
          </p:cNvPicPr>
          <p:nvPr/>
        </p:nvPicPr>
        <p:blipFill>
          <a:blip r:embed="rId3"/>
          <a:stretch>
            <a:fillRect/>
          </a:stretch>
        </p:blipFill>
        <p:spPr>
          <a:xfrm>
            <a:off x="114157" y="36211"/>
            <a:ext cx="1098418" cy="1301488"/>
          </a:xfrm>
          <a:prstGeom prst="rect">
            <a:avLst/>
          </a:prstGeom>
        </p:spPr>
      </p:pic>
      <p:pic>
        <p:nvPicPr>
          <p:cNvPr id="7" name="Picture 6">
            <a:extLst>
              <a:ext uri="{FF2B5EF4-FFF2-40B4-BE49-F238E27FC236}">
                <a16:creationId xmlns:a16="http://schemas.microsoft.com/office/drawing/2014/main" id="{0562766B-FE01-9D7A-7737-26EAADEFC1EE}"/>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644810" y="48284"/>
            <a:ext cx="1384348" cy="962331"/>
          </a:xfrm>
          <a:prstGeom prst="rect">
            <a:avLst/>
          </a:prstGeom>
          <a:noFill/>
          <a:ln>
            <a:noFill/>
          </a:ln>
        </p:spPr>
      </p:pic>
    </p:spTree>
    <p:extLst>
      <p:ext uri="{BB962C8B-B14F-4D97-AF65-F5344CB8AC3E}">
        <p14:creationId xmlns:p14="http://schemas.microsoft.com/office/powerpoint/2010/main" val="537452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6BCB32-55B3-7580-4935-7144DC24E8F1}"/>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02C4E023-6EEF-CB3B-EFE5-AE4E88B9CFA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F83E55AC-1E25-4FAC-CEE9-2093203E8195}"/>
              </a:ext>
            </a:extLst>
          </p:cNvPr>
          <p:cNvSpPr txBox="1"/>
          <p:nvPr/>
        </p:nvSpPr>
        <p:spPr>
          <a:xfrm>
            <a:off x="2035035" y="1198407"/>
            <a:ext cx="8261903"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Module 4: Order &amp; Payment Management</a:t>
            </a:r>
          </a:p>
        </p:txBody>
      </p:sp>
      <p:sp>
        <p:nvSpPr>
          <p:cNvPr id="9" name="TextBox 8">
            <a:extLst>
              <a:ext uri="{FF2B5EF4-FFF2-40B4-BE49-F238E27FC236}">
                <a16:creationId xmlns:a16="http://schemas.microsoft.com/office/drawing/2014/main" id="{088689A1-D41F-736F-6EC2-E160D6652C7E}"/>
              </a:ext>
            </a:extLst>
          </p:cNvPr>
          <p:cNvSpPr txBox="1"/>
          <p:nvPr/>
        </p:nvSpPr>
        <p:spPr>
          <a:xfrm>
            <a:off x="3048828" y="2690336"/>
            <a:ext cx="6097656" cy="212006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place orders for selected products.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make payments through online methods.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generates order confirmations.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track their order status.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Order history is stored for future reference.</a:t>
            </a:r>
          </a:p>
        </p:txBody>
      </p:sp>
    </p:spTree>
    <p:extLst>
      <p:ext uri="{BB962C8B-B14F-4D97-AF65-F5344CB8AC3E}">
        <p14:creationId xmlns:p14="http://schemas.microsoft.com/office/powerpoint/2010/main" val="3215343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ECC414-47A4-26A2-886B-A4BDE479CF8A}"/>
              </a:ext>
            </a:extLst>
          </p:cNvPr>
          <p:cNvPicPr>
            <a:picLocks noChangeAspect="1"/>
          </p:cNvPicPr>
          <p:nvPr/>
        </p:nvPicPr>
        <p:blipFill>
          <a:blip r:embed="rId2"/>
          <a:stretch>
            <a:fillRect/>
          </a:stretch>
        </p:blipFill>
        <p:spPr>
          <a:xfrm>
            <a:off x="195469" y="1549222"/>
            <a:ext cx="6639339" cy="4651762"/>
          </a:xfrm>
          <a:prstGeom prst="rect">
            <a:avLst/>
          </a:prstGeom>
        </p:spPr>
      </p:pic>
      <p:pic>
        <p:nvPicPr>
          <p:cNvPr id="5" name="Picture 4">
            <a:extLst>
              <a:ext uri="{FF2B5EF4-FFF2-40B4-BE49-F238E27FC236}">
                <a16:creationId xmlns:a16="http://schemas.microsoft.com/office/drawing/2014/main" id="{AE376B77-0AE9-108D-86A7-5726C156C8F4}"/>
              </a:ext>
            </a:extLst>
          </p:cNvPr>
          <p:cNvPicPr>
            <a:picLocks noChangeAspect="1"/>
          </p:cNvPicPr>
          <p:nvPr/>
        </p:nvPicPr>
        <p:blipFill>
          <a:blip r:embed="rId3"/>
          <a:stretch>
            <a:fillRect/>
          </a:stretch>
        </p:blipFill>
        <p:spPr>
          <a:xfrm>
            <a:off x="6609522" y="1308638"/>
            <a:ext cx="5387009" cy="5132931"/>
          </a:xfrm>
          <a:prstGeom prst="rect">
            <a:avLst/>
          </a:prstGeom>
        </p:spPr>
      </p:pic>
      <p:pic>
        <p:nvPicPr>
          <p:cNvPr id="7" name="Picture 6">
            <a:extLst>
              <a:ext uri="{FF2B5EF4-FFF2-40B4-BE49-F238E27FC236}">
                <a16:creationId xmlns:a16="http://schemas.microsoft.com/office/drawing/2014/main" id="{80139E84-4C90-5034-E209-1F0F985011CA}"/>
              </a:ext>
            </a:extLst>
          </p:cNvPr>
          <p:cNvPicPr>
            <a:picLocks noChangeAspect="1"/>
          </p:cNvPicPr>
          <p:nvPr/>
        </p:nvPicPr>
        <p:blipFill>
          <a:blip r:embed="rId4"/>
          <a:stretch>
            <a:fillRect/>
          </a:stretch>
        </p:blipFill>
        <p:spPr>
          <a:xfrm>
            <a:off x="114156" y="36211"/>
            <a:ext cx="1227627" cy="1454584"/>
          </a:xfrm>
          <a:prstGeom prst="rect">
            <a:avLst/>
          </a:prstGeom>
        </p:spPr>
      </p:pic>
      <p:pic>
        <p:nvPicPr>
          <p:cNvPr id="9" name="Picture 8">
            <a:extLst>
              <a:ext uri="{FF2B5EF4-FFF2-40B4-BE49-F238E27FC236}">
                <a16:creationId xmlns:a16="http://schemas.microsoft.com/office/drawing/2014/main" id="{A59A7436-3451-20EB-DDA3-0B88544EA582}"/>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Tree>
    <p:extLst>
      <p:ext uri="{BB962C8B-B14F-4D97-AF65-F5344CB8AC3E}">
        <p14:creationId xmlns:p14="http://schemas.microsoft.com/office/powerpoint/2010/main" val="2920283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1D55BD-2C68-28F7-44A6-6270629FE291}"/>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115F400F-404A-A895-ED4D-FFB8E8275D3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5802C6A7-A0EA-5C1D-452B-60E0D1D5DE9E}"/>
              </a:ext>
            </a:extLst>
          </p:cNvPr>
          <p:cNvSpPr txBox="1"/>
          <p:nvPr/>
        </p:nvSpPr>
        <p:spPr>
          <a:xfrm>
            <a:off x="2144367" y="1087542"/>
            <a:ext cx="7397198"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Module 5: Admin Dashboard &amp; Reports</a:t>
            </a:r>
          </a:p>
        </p:txBody>
      </p:sp>
      <p:sp>
        <p:nvSpPr>
          <p:cNvPr id="9" name="TextBox 8">
            <a:extLst>
              <a:ext uri="{FF2B5EF4-FFF2-40B4-BE49-F238E27FC236}">
                <a16:creationId xmlns:a16="http://schemas.microsoft.com/office/drawing/2014/main" id="{CDC0D691-96CF-CE9F-6D42-5F06BF539C20}"/>
              </a:ext>
            </a:extLst>
          </p:cNvPr>
          <p:cNvSpPr txBox="1"/>
          <p:nvPr/>
        </p:nvSpPr>
        <p:spPr>
          <a:xfrm>
            <a:off x="3048828" y="2413338"/>
            <a:ext cx="6097656" cy="212006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Admin can view all users and orders.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Admin can monitor product sales.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Admin can check inventory levels.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Sales reports are generated automatically.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Revenue and business performance can be analysed. </a:t>
            </a:r>
          </a:p>
        </p:txBody>
      </p:sp>
    </p:spTree>
    <p:extLst>
      <p:ext uri="{BB962C8B-B14F-4D97-AF65-F5344CB8AC3E}">
        <p14:creationId xmlns:p14="http://schemas.microsoft.com/office/powerpoint/2010/main" val="80764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E4A6664-A450-1C01-1D29-C27CDF442B04}"/>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7" name="Picture 6">
            <a:extLst>
              <a:ext uri="{FF2B5EF4-FFF2-40B4-BE49-F238E27FC236}">
                <a16:creationId xmlns:a16="http://schemas.microsoft.com/office/drawing/2014/main" id="{07815D86-415C-A458-69C0-1F12B12869A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pic>
        <p:nvPicPr>
          <p:cNvPr id="3" name="Picture 2">
            <a:extLst>
              <a:ext uri="{FF2B5EF4-FFF2-40B4-BE49-F238E27FC236}">
                <a16:creationId xmlns:a16="http://schemas.microsoft.com/office/drawing/2014/main" id="{B3CAC16C-97AF-A6E4-AFC7-843976D7AB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3048" y="1571708"/>
            <a:ext cx="10465904" cy="4997469"/>
          </a:xfrm>
          <a:prstGeom prst="rect">
            <a:avLst/>
          </a:prstGeom>
        </p:spPr>
      </p:pic>
    </p:spTree>
    <p:extLst>
      <p:ext uri="{BB962C8B-B14F-4D97-AF65-F5344CB8AC3E}">
        <p14:creationId xmlns:p14="http://schemas.microsoft.com/office/powerpoint/2010/main" val="1927771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EA8A9B-D3EB-D8AA-BC4A-3B83CEDC3E3F}"/>
              </a:ext>
            </a:extLst>
          </p:cNvPr>
          <p:cNvSpPr txBox="1"/>
          <p:nvPr/>
        </p:nvSpPr>
        <p:spPr>
          <a:xfrm>
            <a:off x="1975401" y="2307248"/>
            <a:ext cx="9295572" cy="2951064"/>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Frontend:</a:t>
            </a:r>
            <a:r>
              <a:rPr lang="en-IN" dirty="0">
                <a:latin typeface="Times New Roman" panose="02020603050405020304" pitchFamily="18" charset="0"/>
                <a:cs typeface="Times New Roman" panose="02020603050405020304" pitchFamily="18" charset="0"/>
              </a:rPr>
              <a:t> HTML, CSS, JavaScript, and Bootstrap for designing the website.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Backend:</a:t>
            </a:r>
            <a:r>
              <a:rPr lang="en-IN" dirty="0">
                <a:latin typeface="Times New Roman" panose="02020603050405020304" pitchFamily="18" charset="0"/>
                <a:cs typeface="Times New Roman" panose="02020603050405020304" pitchFamily="18" charset="0"/>
              </a:rPr>
              <a:t> PHP for handling user requests, orders, and business logic.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Database:</a:t>
            </a:r>
            <a:r>
              <a:rPr lang="en-IN" dirty="0">
                <a:latin typeface="Times New Roman" panose="02020603050405020304" pitchFamily="18" charset="0"/>
                <a:cs typeface="Times New Roman" panose="02020603050405020304" pitchFamily="18" charset="0"/>
              </a:rPr>
              <a:t> MySQL for storing users, products, orders, payments, and inventory.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Software:</a:t>
            </a:r>
            <a:r>
              <a:rPr lang="en-IN" dirty="0">
                <a:latin typeface="Times New Roman" panose="02020603050405020304" pitchFamily="18" charset="0"/>
                <a:cs typeface="Times New Roman" panose="02020603050405020304" pitchFamily="18" charset="0"/>
              </a:rPr>
              <a:t> Visual Studio Code, XAMPP, phpMyAdmin, and a web browser.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Tools:</a:t>
            </a:r>
            <a:r>
              <a:rPr lang="en-IN" dirty="0">
                <a:latin typeface="Times New Roman" panose="02020603050405020304" pitchFamily="18" charset="0"/>
                <a:cs typeface="Times New Roman" panose="02020603050405020304" pitchFamily="18" charset="0"/>
              </a:rPr>
              <a:t> Git/GitHub for version control and Postman for API testing.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Hardware:</a:t>
            </a:r>
            <a:r>
              <a:rPr lang="en-IN" dirty="0">
                <a:latin typeface="Times New Roman" panose="02020603050405020304" pitchFamily="18" charset="0"/>
                <a:cs typeface="Times New Roman" panose="02020603050405020304" pitchFamily="18" charset="0"/>
              </a:rPr>
              <a:t> Laptop/Desktop with at least 4 GB RAM, 10 GB storage, and an internet connection. </a:t>
            </a:r>
          </a:p>
        </p:txBody>
      </p:sp>
      <p:pic>
        <p:nvPicPr>
          <p:cNvPr id="5" name="Picture 4">
            <a:extLst>
              <a:ext uri="{FF2B5EF4-FFF2-40B4-BE49-F238E27FC236}">
                <a16:creationId xmlns:a16="http://schemas.microsoft.com/office/drawing/2014/main" id="{BF9C3037-B7D7-7CF9-B27A-41DA63049218}"/>
              </a:ext>
            </a:extLst>
          </p:cNvPr>
          <p:cNvPicPr>
            <a:picLocks noChangeAspect="1"/>
          </p:cNvPicPr>
          <p:nvPr/>
        </p:nvPicPr>
        <p:blipFill>
          <a:blip r:embed="rId3"/>
          <a:stretch>
            <a:fillRect/>
          </a:stretch>
        </p:blipFill>
        <p:spPr>
          <a:xfrm>
            <a:off x="114156" y="36211"/>
            <a:ext cx="1227627" cy="1454584"/>
          </a:xfrm>
          <a:prstGeom prst="rect">
            <a:avLst/>
          </a:prstGeom>
        </p:spPr>
      </p:pic>
      <p:pic>
        <p:nvPicPr>
          <p:cNvPr id="7" name="Picture 6">
            <a:extLst>
              <a:ext uri="{FF2B5EF4-FFF2-40B4-BE49-F238E27FC236}">
                <a16:creationId xmlns:a16="http://schemas.microsoft.com/office/drawing/2014/main" id="{52837439-A065-1C49-A485-122C93D6CF69}"/>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9" name="TextBox 8">
            <a:extLst>
              <a:ext uri="{FF2B5EF4-FFF2-40B4-BE49-F238E27FC236}">
                <a16:creationId xmlns:a16="http://schemas.microsoft.com/office/drawing/2014/main" id="{709FFAEE-1B5B-FB7C-6307-6198A4B4A62B}"/>
              </a:ext>
            </a:extLst>
          </p:cNvPr>
          <p:cNvSpPr txBox="1"/>
          <p:nvPr/>
        </p:nvSpPr>
        <p:spPr>
          <a:xfrm>
            <a:off x="1975401" y="1198407"/>
            <a:ext cx="8530259"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Technologies, Software, Hardware, and Tools</a:t>
            </a:r>
          </a:p>
        </p:txBody>
      </p:sp>
    </p:spTree>
    <p:extLst>
      <p:ext uri="{BB962C8B-B14F-4D97-AF65-F5344CB8AC3E}">
        <p14:creationId xmlns:p14="http://schemas.microsoft.com/office/powerpoint/2010/main" val="107105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7CBEA9-0AC4-002D-8EA1-72535D70071E}"/>
              </a:ext>
            </a:extLst>
          </p:cNvPr>
          <p:cNvSpPr txBox="1"/>
          <p:nvPr/>
        </p:nvSpPr>
        <p:spPr>
          <a:xfrm>
            <a:off x="3347002" y="870490"/>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Results and Discussion</a:t>
            </a:r>
          </a:p>
        </p:txBody>
      </p:sp>
      <p:pic>
        <p:nvPicPr>
          <p:cNvPr id="5" name="Picture 4">
            <a:extLst>
              <a:ext uri="{FF2B5EF4-FFF2-40B4-BE49-F238E27FC236}">
                <a16:creationId xmlns:a16="http://schemas.microsoft.com/office/drawing/2014/main" id="{0D5AB534-2DB3-BF05-6326-73E803CBCB53}"/>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7" name="Picture 6">
            <a:extLst>
              <a:ext uri="{FF2B5EF4-FFF2-40B4-BE49-F238E27FC236}">
                <a16:creationId xmlns:a16="http://schemas.microsoft.com/office/drawing/2014/main" id="{C870AB67-CDBB-76E3-C9D3-022ECFF6368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9" name="TextBox 8">
            <a:extLst>
              <a:ext uri="{FF2B5EF4-FFF2-40B4-BE49-F238E27FC236}">
                <a16:creationId xmlns:a16="http://schemas.microsoft.com/office/drawing/2014/main" id="{023AB910-EE36-842A-8786-510DF6F9AE5D}"/>
              </a:ext>
            </a:extLst>
          </p:cNvPr>
          <p:cNvSpPr txBox="1"/>
          <p:nvPr/>
        </p:nvSpPr>
        <p:spPr>
          <a:xfrm>
            <a:off x="1697106" y="2415930"/>
            <a:ext cx="8947703" cy="2951064"/>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successfully provides a user-friendly platform for browsing and purchasing products online.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register, log in, manage their cart, place orders, and complete payments.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Admins can efficiently manage products, users, orders, and inventory.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dashboard provides useful sales, revenue, and inventory reports.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Overall, the proposed system improves shopping convenience, reduces manual work, and supports efficient e-commerce management. </a:t>
            </a:r>
          </a:p>
        </p:txBody>
      </p:sp>
    </p:spTree>
    <p:extLst>
      <p:ext uri="{BB962C8B-B14F-4D97-AF65-F5344CB8AC3E}">
        <p14:creationId xmlns:p14="http://schemas.microsoft.com/office/powerpoint/2010/main" val="3147700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81D279-C431-34F4-7DF4-1450C70842DD}"/>
              </a:ext>
            </a:extLst>
          </p:cNvPr>
          <p:cNvSpPr txBox="1"/>
          <p:nvPr/>
        </p:nvSpPr>
        <p:spPr>
          <a:xfrm>
            <a:off x="3396697" y="719795"/>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Future Scope</a:t>
            </a:r>
          </a:p>
        </p:txBody>
      </p:sp>
      <p:pic>
        <p:nvPicPr>
          <p:cNvPr id="5" name="Picture 4">
            <a:extLst>
              <a:ext uri="{FF2B5EF4-FFF2-40B4-BE49-F238E27FC236}">
                <a16:creationId xmlns:a16="http://schemas.microsoft.com/office/drawing/2014/main" id="{2A7A36B1-A442-88A5-E6DF-A9BA2129834E}"/>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7" name="Picture 6">
            <a:extLst>
              <a:ext uri="{FF2B5EF4-FFF2-40B4-BE49-F238E27FC236}">
                <a16:creationId xmlns:a16="http://schemas.microsoft.com/office/drawing/2014/main" id="{2FE78445-550C-F001-70B5-6B418C7BD8F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9" name="TextBox 8">
            <a:extLst>
              <a:ext uri="{FF2B5EF4-FFF2-40B4-BE49-F238E27FC236}">
                <a16:creationId xmlns:a16="http://schemas.microsoft.com/office/drawing/2014/main" id="{E7BC65DD-9729-2B35-3FAE-3620E65F2C9A}"/>
              </a:ext>
            </a:extLst>
          </p:cNvPr>
          <p:cNvSpPr txBox="1"/>
          <p:nvPr/>
        </p:nvSpPr>
        <p:spPr>
          <a:xfrm>
            <a:off x="2233818" y="2136987"/>
            <a:ext cx="6751155" cy="2951064"/>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 </a:t>
            </a:r>
            <a:r>
              <a:rPr lang="en-IN" b="1" dirty="0">
                <a:latin typeface="Times New Roman" panose="02020603050405020304" pitchFamily="18" charset="0"/>
                <a:cs typeface="Times New Roman" panose="02020603050405020304" pitchFamily="18" charset="0"/>
              </a:rPr>
              <a:t>mobile application</a:t>
            </a:r>
            <a:r>
              <a:rPr lang="en-IN" dirty="0">
                <a:latin typeface="Times New Roman" panose="02020603050405020304" pitchFamily="18" charset="0"/>
                <a:cs typeface="Times New Roman" panose="02020603050405020304" pitchFamily="18" charset="0"/>
              </a:rPr>
              <a:t> for Android and iOS users.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 </a:t>
            </a:r>
            <a:r>
              <a:rPr lang="en-IN" b="1" dirty="0">
                <a:latin typeface="Times New Roman" panose="02020603050405020304" pitchFamily="18" charset="0"/>
                <a:cs typeface="Times New Roman" panose="02020603050405020304" pitchFamily="18" charset="0"/>
              </a:rPr>
              <a:t>AI-based product recommendations</a:t>
            </a:r>
            <a:r>
              <a:rPr lang="en-IN" dirty="0">
                <a:latin typeface="Times New Roman" panose="02020603050405020304" pitchFamily="18" charset="0"/>
                <a:cs typeface="Times New Roman" panose="02020603050405020304" pitchFamily="18" charset="0"/>
              </a:rPr>
              <a:t> based on customer interests and purchase history.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Introduce </a:t>
            </a:r>
            <a:r>
              <a:rPr lang="en-IN" b="1" dirty="0">
                <a:latin typeface="Times New Roman" panose="02020603050405020304" pitchFamily="18" charset="0"/>
                <a:cs typeface="Times New Roman" panose="02020603050405020304" pitchFamily="18" charset="0"/>
              </a:rPr>
              <a:t>voice search</a:t>
            </a:r>
            <a:r>
              <a:rPr lang="en-IN" dirty="0">
                <a:latin typeface="Times New Roman" panose="02020603050405020304" pitchFamily="18" charset="0"/>
                <a:cs typeface="Times New Roman" panose="02020603050405020304" pitchFamily="18" charset="0"/>
              </a:rPr>
              <a:t> to make product searching easier.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a:t>
            </a:r>
            <a:r>
              <a:rPr lang="en-IN" b="1" dirty="0">
                <a:latin typeface="Times New Roman" panose="02020603050405020304" pitchFamily="18" charset="0"/>
                <a:cs typeface="Times New Roman" panose="02020603050405020304" pitchFamily="18" charset="0"/>
              </a:rPr>
              <a:t>advanced sales analytics</a:t>
            </a:r>
            <a:r>
              <a:rPr lang="en-IN" dirty="0">
                <a:latin typeface="Times New Roman" panose="02020603050405020304" pitchFamily="18" charset="0"/>
                <a:cs typeface="Times New Roman" panose="02020603050405020304" pitchFamily="18" charset="0"/>
              </a:rPr>
              <a:t> and real-time business insights.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Integrate more </a:t>
            </a:r>
            <a:r>
              <a:rPr lang="en-IN" b="1" dirty="0">
                <a:latin typeface="Times New Roman" panose="02020603050405020304" pitchFamily="18" charset="0"/>
                <a:cs typeface="Times New Roman" panose="02020603050405020304" pitchFamily="18" charset="0"/>
              </a:rPr>
              <a:t>secure payment options</a:t>
            </a:r>
            <a:r>
              <a:rPr lang="en-IN" dirty="0">
                <a:latin typeface="Times New Roman" panose="02020603050405020304" pitchFamily="18" charset="0"/>
                <a:cs typeface="Times New Roman" panose="02020603050405020304" pitchFamily="18" charset="0"/>
              </a:rPr>
              <a:t> and improve fraud detection. </a:t>
            </a:r>
          </a:p>
        </p:txBody>
      </p:sp>
    </p:spTree>
    <p:extLst>
      <p:ext uri="{BB962C8B-B14F-4D97-AF65-F5344CB8AC3E}">
        <p14:creationId xmlns:p14="http://schemas.microsoft.com/office/powerpoint/2010/main" val="3877565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33A0C2-BC17-63D1-7D6E-3BA2442EFB9A}"/>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31785E8A-7E45-E204-F208-5E70C5B9A51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8E8C1159-F706-4C54-1DA5-375F6801CC69}"/>
              </a:ext>
            </a:extLst>
          </p:cNvPr>
          <p:cNvSpPr txBox="1"/>
          <p:nvPr/>
        </p:nvSpPr>
        <p:spPr>
          <a:xfrm>
            <a:off x="2944468" y="1057725"/>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Conclusion</a:t>
            </a:r>
          </a:p>
        </p:txBody>
      </p:sp>
      <p:sp>
        <p:nvSpPr>
          <p:cNvPr id="9" name="TextBox 8">
            <a:extLst>
              <a:ext uri="{FF2B5EF4-FFF2-40B4-BE49-F238E27FC236}">
                <a16:creationId xmlns:a16="http://schemas.microsoft.com/office/drawing/2014/main" id="{54D48816-4DBF-BDB2-2F5A-46B4CCDB8D65}"/>
              </a:ext>
            </a:extLst>
          </p:cNvPr>
          <p:cNvSpPr txBox="1"/>
          <p:nvPr/>
        </p:nvSpPr>
        <p:spPr>
          <a:xfrm>
            <a:off x="1955524" y="2722099"/>
            <a:ext cx="9275694" cy="1704569"/>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E-Commerce Shopping Website provides a complete online shopping solution.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simplifies product management, order processing, and customer interactions.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enhances user experience and business efficiency.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can be further expanded with advanced technologies and intelligent features. </a:t>
            </a:r>
          </a:p>
        </p:txBody>
      </p:sp>
    </p:spTree>
    <p:extLst>
      <p:ext uri="{BB962C8B-B14F-4D97-AF65-F5344CB8AC3E}">
        <p14:creationId xmlns:p14="http://schemas.microsoft.com/office/powerpoint/2010/main" val="2252931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67107A-C27E-4B92-3606-29C244819311}"/>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74BB77A0-D902-5FD1-D179-3F63D355EC9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6" name="TextBox 5">
            <a:extLst>
              <a:ext uri="{FF2B5EF4-FFF2-40B4-BE49-F238E27FC236}">
                <a16:creationId xmlns:a16="http://schemas.microsoft.com/office/drawing/2014/main" id="{BA60531F-FBE2-7EBA-BD2E-4E02F95ED370}"/>
              </a:ext>
            </a:extLst>
          </p:cNvPr>
          <p:cNvSpPr txBox="1"/>
          <p:nvPr/>
        </p:nvSpPr>
        <p:spPr>
          <a:xfrm>
            <a:off x="3750365" y="2564296"/>
            <a:ext cx="4532844" cy="1569660"/>
          </a:xfrm>
          <a:prstGeom prst="rect">
            <a:avLst/>
          </a:prstGeom>
          <a:noFill/>
        </p:spPr>
        <p:txBody>
          <a:bodyPr wrap="none" rtlCol="0">
            <a:spAutoFit/>
          </a:bodyPr>
          <a:lstStyle/>
          <a:p>
            <a:r>
              <a:rPr lang="en-IN" sz="9600" dirty="0">
                <a:latin typeface="Brush Script MT" panose="03060802040406070304" pitchFamily="66" charset="0"/>
              </a:rPr>
              <a:t>Thank You</a:t>
            </a:r>
          </a:p>
        </p:txBody>
      </p:sp>
    </p:spTree>
    <p:extLst>
      <p:ext uri="{BB962C8B-B14F-4D97-AF65-F5344CB8AC3E}">
        <p14:creationId xmlns:p14="http://schemas.microsoft.com/office/powerpoint/2010/main" val="4225676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1048</Words>
  <Application>Microsoft Office PowerPoint</Application>
  <PresentationFormat>Widescreen</PresentationFormat>
  <Paragraphs>130</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Display</vt:lpstr>
      <vt:lpstr>Arial</vt:lpstr>
      <vt:lpstr>Brush Script MT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Jignesh Chanda</dc:creator>
  <cp:lastModifiedBy>Jignesh Chanda</cp:lastModifiedBy>
  <cp:revision>1</cp:revision>
  <dcterms:created xsi:type="dcterms:W3CDTF">2026-08-03T02:36:55Z</dcterms:created>
  <dcterms:modified xsi:type="dcterms:W3CDTF">2026-08-26T03:51:34Z</dcterms:modified>
</cp:coreProperties>
</file>